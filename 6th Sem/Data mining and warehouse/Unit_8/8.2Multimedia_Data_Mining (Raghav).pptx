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9144000" cy="5143500"/>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g3f7b592c680_0_4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f7b592c680_0_4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4" name="Google Shape;114;g3f7b592c680_0_41:notes"/>
          <p:cNvSpPr txBox="1"/>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 name="Shape 117"/>
        <p:cNvGrpSpPr/>
        <p:nvPr/>
      </p:nvGrpSpPr>
      <p:grpSpPr>
        <a:xfrm>
          <a:off x="0" y="0"/>
          <a:ext cx="0" cy="0"/>
          <a:chOff x="0" y="0"/>
          <a:chExt cx="0" cy="0"/>
        </a:xfrm>
      </p:grpSpPr>
      <p:sp>
        <p:nvSpPr>
          <p:cNvPr id="118" name="Google Shape;118;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0" name="Google Shape;120;p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 name="Shape 145"/>
        <p:cNvGrpSpPr/>
        <p:nvPr/>
      </p:nvGrpSpPr>
      <p:grpSpPr>
        <a:xfrm>
          <a:off x="0" y="0"/>
          <a:ext cx="0" cy="0"/>
          <a:chOff x="0" y="0"/>
          <a:chExt cx="0" cy="0"/>
        </a:xfrm>
      </p:grpSpPr>
      <p:sp>
        <p:nvSpPr>
          <p:cNvPr id="146" name="Google Shape;146;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8" name="Google Shape;148;p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5" name="Google Shape;165;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8" name="Shape 168"/>
        <p:cNvGrpSpPr/>
        <p:nvPr/>
      </p:nvGrpSpPr>
      <p:grpSpPr>
        <a:xfrm>
          <a:off x="0" y="0"/>
          <a:ext cx="0" cy="0"/>
          <a:chOff x="0" y="0"/>
          <a:chExt cx="0" cy="0"/>
        </a:xfrm>
      </p:grpSpPr>
      <p:sp>
        <p:nvSpPr>
          <p:cNvPr id="169" name="Google Shape;169;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1" name="Google Shape;171;p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p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3" name="Google Shape;203;p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1" name="Shape 231"/>
        <p:cNvGrpSpPr/>
        <p:nvPr/>
      </p:nvGrpSpPr>
      <p:grpSpPr>
        <a:xfrm>
          <a:off x="0" y="0"/>
          <a:ext cx="0" cy="0"/>
          <a:chOff x="0" y="0"/>
          <a:chExt cx="0" cy="0"/>
        </a:xfrm>
      </p:grpSpPr>
      <p:sp>
        <p:nvSpPr>
          <p:cNvPr id="232" name="Google Shape;232;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4" name="Google Shape;234;p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268"/>
        <p:cNvGrpSpPr/>
        <p:nvPr/>
      </p:nvGrpSpPr>
      <p:grpSpPr>
        <a:xfrm>
          <a:off x="0" y="0"/>
          <a:ext cx="0" cy="0"/>
          <a:chOff x="0" y="0"/>
          <a:chExt cx="0" cy="0"/>
        </a:xfrm>
      </p:grpSpPr>
      <p:sp>
        <p:nvSpPr>
          <p:cNvPr id="269" name="Google Shape;269;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1" name="Google Shape;271;p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3" name="Shape 293"/>
        <p:cNvGrpSpPr/>
        <p:nvPr/>
      </p:nvGrpSpPr>
      <p:grpSpPr>
        <a:xfrm>
          <a:off x="0" y="0"/>
          <a:ext cx="0" cy="0"/>
          <a:chOff x="0" y="0"/>
          <a:chExt cx="0" cy="0"/>
        </a:xfrm>
      </p:grpSpPr>
      <p:sp>
        <p:nvSpPr>
          <p:cNvPr id="294" name="Google Shape;294;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1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6" name="Google Shape;296;p1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26" name="Shape 26"/>
        <p:cNvGrpSpPr/>
        <p:nvPr/>
      </p:nvGrpSpPr>
      <p:grpSpPr>
        <a:xfrm>
          <a:off x="0" y="0"/>
          <a:ext cx="0" cy="0"/>
          <a:chOff x="0" y="0"/>
          <a:chExt cx="0" cy="0"/>
        </a:xfrm>
      </p:grpSpPr>
      <p:sp>
        <p:nvSpPr>
          <p:cNvPr id="27" name="Google Shape;27;p2"/>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bg>
      <p:bgPr>
        <a:gradFill>
          <a:gsLst>
            <a:gs pos="0">
              <a:schemeClr val="folHlink"/>
            </a:gs>
            <a:gs pos="100000">
              <a:schemeClr val="dk2"/>
            </a:gs>
          </a:gsLst>
          <a:lin ang="5400000" scaled="0"/>
        </a:gradFill>
        <a:effectLst/>
      </p:bgPr>
    </p:bg>
    <p:spTree>
      <p:nvGrpSpPr>
        <p:cNvPr id="31" name="Shape 31"/>
        <p:cNvGrpSpPr/>
        <p:nvPr/>
      </p:nvGrpSpPr>
      <p:grpSpPr>
        <a:xfrm>
          <a:off x="0" y="0"/>
          <a:ext cx="0" cy="0"/>
          <a:chOff x="0" y="0"/>
          <a:chExt cx="0" cy="0"/>
        </a:xfrm>
      </p:grpSpPr>
      <p:grpSp>
        <p:nvGrpSpPr>
          <p:cNvPr id="32" name="Google Shape;32;p3"/>
          <p:cNvGrpSpPr/>
          <p:nvPr/>
        </p:nvGrpSpPr>
        <p:grpSpPr>
          <a:xfrm>
            <a:off x="1695418" y="3311304"/>
            <a:ext cx="1863757" cy="1745281"/>
            <a:chOff x="2" y="2"/>
            <a:chExt cx="1186" cy="1365"/>
          </a:xfrm>
        </p:grpSpPr>
        <p:sp>
          <p:nvSpPr>
            <p:cNvPr id="33" name="Google Shape;33;p3"/>
            <p:cNvSpPr/>
            <p:nvPr/>
          </p:nvSpPr>
          <p:spPr>
            <a:xfrm>
              <a:off x="698" y="345"/>
              <a:ext cx="490" cy="530"/>
            </a:xfrm>
            <a:custGeom>
              <a:avLst/>
              <a:gdLst/>
              <a:ahLst/>
              <a:cxnLst/>
              <a:rect l="l" t="t" r="r" b="b"/>
              <a:pathLst>
                <a:path w="21600" h="21600" extrusionOk="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34" name="Google Shape;34;p3"/>
            <p:cNvSpPr/>
            <p:nvPr/>
          </p:nvSpPr>
          <p:spPr>
            <a:xfrm>
              <a:off x="592" y="513"/>
              <a:ext cx="163" cy="530"/>
            </a:xfrm>
            <a:custGeom>
              <a:avLst/>
              <a:gdLst/>
              <a:ahLst/>
              <a:cxnLst/>
              <a:rect l="l" t="t" r="r" b="b"/>
              <a:pathLst>
                <a:path w="21600" h="21600" extrusionOk="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35" name="Google Shape;35;p3"/>
            <p:cNvSpPr/>
            <p:nvPr/>
          </p:nvSpPr>
          <p:spPr>
            <a:xfrm>
              <a:off x="297" y="499"/>
              <a:ext cx="352" cy="408"/>
            </a:xfrm>
            <a:custGeom>
              <a:avLst/>
              <a:gdLst/>
              <a:ahLst/>
              <a:cxnLst/>
              <a:rect l="l" t="t" r="r" b="b"/>
              <a:pathLst>
                <a:path w="21600" h="21600" extrusionOk="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36" name="Google Shape;36;p3"/>
            <p:cNvSpPr/>
            <p:nvPr/>
          </p:nvSpPr>
          <p:spPr>
            <a:xfrm>
              <a:off x="576" y="274"/>
              <a:ext cx="125" cy="116"/>
            </a:xfrm>
            <a:custGeom>
              <a:avLst/>
              <a:gdLst/>
              <a:ahLst/>
              <a:cxnLst/>
              <a:rect l="l" t="t" r="r" b="b"/>
              <a:pathLst>
                <a:path w="21600" h="21600" extrusionOk="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37" name="Google Shape;37;p3"/>
            <p:cNvSpPr/>
            <p:nvPr/>
          </p:nvSpPr>
          <p:spPr>
            <a:xfrm>
              <a:off x="556" y="175"/>
              <a:ext cx="161" cy="70"/>
            </a:xfrm>
            <a:custGeom>
              <a:avLst/>
              <a:gdLst/>
              <a:ahLst/>
              <a:cxnLst/>
              <a:rect l="l" t="t" r="r" b="b"/>
              <a:pathLst>
                <a:path w="21600" h="21600" extrusionOk="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38" name="Google Shape;38;p3"/>
            <p:cNvSpPr/>
            <p:nvPr/>
          </p:nvSpPr>
          <p:spPr>
            <a:xfrm>
              <a:off x="279" y="2"/>
              <a:ext cx="186" cy="216"/>
            </a:xfrm>
            <a:custGeom>
              <a:avLst/>
              <a:gdLst/>
              <a:ahLst/>
              <a:cxnLst/>
              <a:rect l="l" t="t" r="r" b="b"/>
              <a:pathLst>
                <a:path w="21600" h="21600" extrusionOk="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39" name="Google Shape;39;p3"/>
            <p:cNvSpPr/>
            <p:nvPr/>
          </p:nvSpPr>
          <p:spPr>
            <a:xfrm>
              <a:off x="340" y="254"/>
              <a:ext cx="277" cy="156"/>
            </a:xfrm>
            <a:custGeom>
              <a:avLst/>
              <a:gdLst/>
              <a:ahLst/>
              <a:cxnLst/>
              <a:rect l="l" t="t" r="r" b="b"/>
              <a:pathLst>
                <a:path w="21600" h="21600" extrusionOk="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40" name="Google Shape;40;p3"/>
            <p:cNvSpPr/>
            <p:nvPr/>
          </p:nvSpPr>
          <p:spPr>
            <a:xfrm>
              <a:off x="2" y="120"/>
              <a:ext cx="302" cy="270"/>
            </a:xfrm>
            <a:custGeom>
              <a:avLst/>
              <a:gdLst/>
              <a:ahLst/>
              <a:cxnLst/>
              <a:rect l="l" t="t" r="r" b="b"/>
              <a:pathLst>
                <a:path w="21600" h="21600" extrusionOk="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41" name="Google Shape;41;p3"/>
            <p:cNvSpPr/>
            <p:nvPr/>
          </p:nvSpPr>
          <p:spPr>
            <a:xfrm>
              <a:off x="206" y="630"/>
              <a:ext cx="375" cy="737"/>
            </a:xfrm>
            <a:custGeom>
              <a:avLst/>
              <a:gdLst/>
              <a:ahLst/>
              <a:cxnLst/>
              <a:rect l="l" t="t" r="r" b="b"/>
              <a:pathLst>
                <a:path w="21600" h="21600" extrusionOk="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grpSp>
      <p:sp>
        <p:nvSpPr>
          <p:cNvPr id="42" name="Google Shape;42;p3"/>
          <p:cNvSpPr/>
          <p:nvPr/>
        </p:nvSpPr>
        <p:spPr>
          <a:xfrm>
            <a:off x="2282825" y="1720454"/>
            <a:ext cx="6897688" cy="3443288"/>
          </a:xfrm>
          <a:custGeom>
            <a:avLst/>
            <a:gdLst/>
            <a:ahLst/>
            <a:cxnLst/>
            <a:rect l="l" t="t" r="r" b="b"/>
            <a:pathLst>
              <a:path w="21600" h="21600" extrusionOk="0">
                <a:moveTo>
                  <a:pt x="0" y="21511"/>
                </a:moveTo>
                <a:lnTo>
                  <a:pt x="18119" y="0"/>
                </a:lnTo>
                <a:lnTo>
                  <a:pt x="21552" y="70"/>
                </a:lnTo>
                <a:lnTo>
                  <a:pt x="21600" y="21600"/>
                </a:lnTo>
                <a:lnTo>
                  <a:pt x="0" y="21511"/>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43" name="Google Shape;43;p3"/>
          <p:cNvSpPr txBox="1"/>
          <p:nvPr>
            <p:ph type="ctrTitle"/>
          </p:nvPr>
        </p:nvSpPr>
        <p:spPr>
          <a:xfrm>
            <a:off x="396875" y="1600200"/>
            <a:ext cx="8423275" cy="110251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
          <p:cNvSpPr txBox="1"/>
          <p:nvPr>
            <p:ph type="subTitle" idx="1"/>
          </p:nvPr>
        </p:nvSpPr>
        <p:spPr>
          <a:xfrm>
            <a:off x="1371600" y="2914650"/>
            <a:ext cx="6400800" cy="898922"/>
          </a:xfrm>
          <a:prstGeom prst="rect">
            <a:avLst/>
          </a:prstGeom>
          <a:noFill/>
          <a:ln>
            <a:noFill/>
          </a:ln>
        </p:spPr>
        <p:txBody>
          <a:bodyPr spcFirstLastPara="1" wrap="square" lIns="91425" tIns="45700" rIns="91425" bIns="45700" anchor="ctr" anchorCtr="1">
            <a:noAutofit/>
          </a:bodyPr>
          <a:lstStyle>
            <a:lvl1pPr lvl="0" algn="l">
              <a:spcBef>
                <a:spcPts val="360"/>
              </a:spcBef>
              <a:spcAft>
                <a:spcPts val="0"/>
              </a:spcAft>
              <a:buClr>
                <a:schemeClr val="lt1"/>
              </a:buClr>
              <a:buSzPts val="2400"/>
              <a:buFont typeface="Arial"/>
              <a:buNone/>
              <a:defRPr/>
            </a:lvl1pPr>
            <a:lvl2pPr lvl="1" algn="l">
              <a:spcBef>
                <a:spcPts val="270"/>
              </a:spcBef>
              <a:spcAft>
                <a:spcPts val="0"/>
              </a:spcAft>
              <a:buClr>
                <a:schemeClr val="lt1"/>
              </a:buClr>
              <a:buSzPts val="1800"/>
              <a:buChar char="–"/>
              <a:defRPr/>
            </a:lvl2pPr>
            <a:lvl3pPr lvl="2" algn="l">
              <a:spcBef>
                <a:spcPts val="270"/>
              </a:spcBef>
              <a:spcAft>
                <a:spcPts val="0"/>
              </a:spcAft>
              <a:buClr>
                <a:schemeClr val="lt1"/>
              </a:buClr>
              <a:buSzPts val="1800"/>
              <a:buChar char="•"/>
              <a:defRPr/>
            </a:lvl3pPr>
            <a:lvl4pPr lvl="3" algn="l">
              <a:spcBef>
                <a:spcPts val="270"/>
              </a:spcBef>
              <a:spcAft>
                <a:spcPts val="0"/>
              </a:spcAft>
              <a:buClr>
                <a:schemeClr val="lt1"/>
              </a:buClr>
              <a:buSzPts val="1800"/>
              <a:buChar char="–"/>
              <a:defRPr/>
            </a:lvl4pPr>
            <a:lvl5pPr lvl="4" algn="l">
              <a:spcBef>
                <a:spcPts val="270"/>
              </a:spcBef>
              <a:spcAft>
                <a:spcPts val="0"/>
              </a:spcAft>
              <a:buClr>
                <a:schemeClr val="lt1"/>
              </a:buClr>
              <a:buSzPts val="1800"/>
              <a:buChar char="»"/>
              <a:defRPr/>
            </a:lvl5pPr>
            <a:lvl6pPr lvl="5" algn="l">
              <a:lnSpc>
                <a:spcPct val="90000"/>
              </a:lnSpc>
              <a:spcBef>
                <a:spcPts val="375"/>
              </a:spcBef>
              <a:spcAft>
                <a:spcPts val="0"/>
              </a:spcAft>
              <a:buClr>
                <a:schemeClr val="lt1"/>
              </a:buClr>
              <a:buSzPts val="1800"/>
              <a:buChar char="•"/>
              <a:defRPr/>
            </a:lvl6pPr>
            <a:lvl7pPr lvl="6" algn="l">
              <a:lnSpc>
                <a:spcPct val="90000"/>
              </a:lnSpc>
              <a:spcBef>
                <a:spcPts val="375"/>
              </a:spcBef>
              <a:spcAft>
                <a:spcPts val="0"/>
              </a:spcAft>
              <a:buClr>
                <a:schemeClr val="lt1"/>
              </a:buClr>
              <a:buSzPts val="1800"/>
              <a:buChar char="•"/>
              <a:defRPr/>
            </a:lvl7pPr>
            <a:lvl8pPr lvl="7" algn="l">
              <a:lnSpc>
                <a:spcPct val="90000"/>
              </a:lnSpc>
              <a:spcBef>
                <a:spcPts val="375"/>
              </a:spcBef>
              <a:spcAft>
                <a:spcPts val="0"/>
              </a:spcAft>
              <a:buClr>
                <a:schemeClr val="lt1"/>
              </a:buClr>
              <a:buSzPts val="1800"/>
              <a:buChar char="•"/>
              <a:defRPr/>
            </a:lvl8pPr>
            <a:lvl9pPr lvl="8" algn="l">
              <a:lnSpc>
                <a:spcPct val="90000"/>
              </a:lnSpc>
              <a:spcBef>
                <a:spcPts val="375"/>
              </a:spcBef>
              <a:spcAft>
                <a:spcPts val="0"/>
              </a:spcAft>
              <a:buClr>
                <a:schemeClr val="lt1"/>
              </a:buClr>
              <a:buSzPts val="1800"/>
              <a:buChar char="•"/>
              <a:defRPr/>
            </a:lvl9pPr>
          </a:lstStyle>
          <a:p/>
        </p:txBody>
      </p:sp>
      <p:sp>
        <p:nvSpPr>
          <p:cNvPr id="45" name="Google Shape;45;p3"/>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48" name="Shape 48"/>
        <p:cNvGrpSpPr/>
        <p:nvPr/>
      </p:nvGrpSpPr>
      <p:grpSpPr>
        <a:xfrm>
          <a:off x="0" y="0"/>
          <a:ext cx="0" cy="0"/>
          <a:chOff x="0" y="0"/>
          <a:chExt cx="0" cy="0"/>
        </a:xfrm>
      </p:grpSpPr>
      <p:sp>
        <p:nvSpPr>
          <p:cNvPr id="49" name="Google Shape;49;p4"/>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
          <p:cNvSpPr txBox="1"/>
          <p:nvPr>
            <p:ph type="body" idx="1"/>
          </p:nvPr>
        </p:nvSpPr>
        <p:spPr>
          <a:xfrm>
            <a:off x="457200" y="1200150"/>
            <a:ext cx="8229600" cy="3394472"/>
          </a:xfrm>
          <a:prstGeom prst="rect">
            <a:avLst/>
          </a:prstGeom>
          <a:noFill/>
          <a:ln>
            <a:noFill/>
          </a:ln>
        </p:spPr>
        <p:txBody>
          <a:bodyPr spcFirstLastPara="1" wrap="square" lIns="91425" tIns="45700" rIns="91425" bIns="45700" anchor="t" anchorCtr="0">
            <a:noAutofit/>
          </a:bodyPr>
          <a:lstStyle>
            <a:lvl1pPr marL="457200" lvl="0" indent="-342900" algn="l">
              <a:spcBef>
                <a:spcPts val="270"/>
              </a:spcBef>
              <a:spcAft>
                <a:spcPts val="0"/>
              </a:spcAft>
              <a:buClr>
                <a:schemeClr val="lt1"/>
              </a:buClr>
              <a:buSzPts val="1800"/>
              <a:buChar char="•"/>
              <a:defRPr/>
            </a:lvl1pPr>
            <a:lvl2pPr marL="914400" lvl="1" indent="-342900" algn="l">
              <a:spcBef>
                <a:spcPts val="270"/>
              </a:spcBef>
              <a:spcAft>
                <a:spcPts val="0"/>
              </a:spcAft>
              <a:buClr>
                <a:schemeClr val="lt1"/>
              </a:buClr>
              <a:buSzPts val="1800"/>
              <a:buChar char="–"/>
              <a:defRPr/>
            </a:lvl2pPr>
            <a:lvl3pPr marL="1371600" lvl="2" indent="-342900" algn="l">
              <a:spcBef>
                <a:spcPts val="270"/>
              </a:spcBef>
              <a:spcAft>
                <a:spcPts val="0"/>
              </a:spcAft>
              <a:buClr>
                <a:schemeClr val="lt1"/>
              </a:buClr>
              <a:buSzPts val="1800"/>
              <a:buChar char="•"/>
              <a:defRPr/>
            </a:lvl3pPr>
            <a:lvl4pPr marL="1828800" lvl="3" indent="-342900" algn="l">
              <a:spcBef>
                <a:spcPts val="270"/>
              </a:spcBef>
              <a:spcAft>
                <a:spcPts val="0"/>
              </a:spcAft>
              <a:buClr>
                <a:schemeClr val="lt1"/>
              </a:buClr>
              <a:buSzPts val="1800"/>
              <a:buChar char="–"/>
              <a:defRPr/>
            </a:lvl4pPr>
            <a:lvl5pPr marL="2286000" lvl="4" indent="-342900" algn="l">
              <a:spcBef>
                <a:spcPts val="270"/>
              </a:spcBef>
              <a:spcAft>
                <a:spcPts val="0"/>
              </a:spcAft>
              <a:buClr>
                <a:schemeClr val="lt1"/>
              </a:buClr>
              <a:buSzPts val="1800"/>
              <a:buChar char="»"/>
              <a:defRPr/>
            </a:lvl5pPr>
            <a:lvl6pPr marL="2743200" lvl="5" indent="-342900" algn="l">
              <a:lnSpc>
                <a:spcPct val="90000"/>
              </a:lnSpc>
              <a:spcBef>
                <a:spcPts val="375"/>
              </a:spcBef>
              <a:spcAft>
                <a:spcPts val="0"/>
              </a:spcAft>
              <a:buClr>
                <a:schemeClr val="lt1"/>
              </a:buClr>
              <a:buSzPts val="1800"/>
              <a:buChar char="•"/>
              <a:defRPr/>
            </a:lvl6pPr>
            <a:lvl7pPr marL="3200400" lvl="6" indent="-342900" algn="l">
              <a:lnSpc>
                <a:spcPct val="90000"/>
              </a:lnSpc>
              <a:spcBef>
                <a:spcPts val="375"/>
              </a:spcBef>
              <a:spcAft>
                <a:spcPts val="0"/>
              </a:spcAft>
              <a:buClr>
                <a:schemeClr val="lt1"/>
              </a:buClr>
              <a:buSzPts val="1800"/>
              <a:buChar char="•"/>
              <a:defRPr/>
            </a:lvl7pPr>
            <a:lvl8pPr marL="3657600" lvl="7" indent="-342900" algn="l">
              <a:lnSpc>
                <a:spcPct val="90000"/>
              </a:lnSpc>
              <a:spcBef>
                <a:spcPts val="375"/>
              </a:spcBef>
              <a:spcAft>
                <a:spcPts val="0"/>
              </a:spcAft>
              <a:buClr>
                <a:schemeClr val="lt1"/>
              </a:buClr>
              <a:buSzPts val="1800"/>
              <a:buChar char="•"/>
              <a:defRPr/>
            </a:lvl8pPr>
            <a:lvl9pPr marL="4114800" lvl="8" indent="-342900" algn="l">
              <a:lnSpc>
                <a:spcPct val="90000"/>
              </a:lnSpc>
              <a:spcBef>
                <a:spcPts val="375"/>
              </a:spcBef>
              <a:spcAft>
                <a:spcPts val="0"/>
              </a:spcAft>
              <a:buClr>
                <a:schemeClr val="lt1"/>
              </a:buClr>
              <a:buSzPts val="1800"/>
              <a:buChar char="•"/>
              <a:defRPr/>
            </a:lvl9pPr>
          </a:lstStyle>
          <a:p/>
        </p:txBody>
      </p:sp>
      <p:sp>
        <p:nvSpPr>
          <p:cNvPr id="51" name="Google Shape;51;p4"/>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4" name="Shape 54"/>
        <p:cNvGrpSpPr/>
        <p:nvPr/>
      </p:nvGrpSpPr>
      <p:grpSpPr>
        <a:xfrm>
          <a:off x="0" y="0"/>
          <a:ext cx="0" cy="0"/>
          <a:chOff x="0" y="0"/>
          <a:chExt cx="0" cy="0"/>
        </a:xfrm>
      </p:grpSpPr>
      <p:sp>
        <p:nvSpPr>
          <p:cNvPr id="55" name="Google Shape;55;p5"/>
          <p:cNvSpPr txBox="1"/>
          <p:nvPr>
            <p:ph type="title"/>
          </p:nvPr>
        </p:nvSpPr>
        <p:spPr>
          <a:xfrm>
            <a:off x="623888" y="1282304"/>
            <a:ext cx="7886700" cy="2139553"/>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45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
          <p:cNvSpPr txBox="1"/>
          <p:nvPr>
            <p:ph type="body" idx="1"/>
          </p:nvPr>
        </p:nvSpPr>
        <p:spPr>
          <a:xfrm>
            <a:off x="623888" y="3442097"/>
            <a:ext cx="7886700" cy="1125140"/>
          </a:xfrm>
          <a:prstGeom prst="rect">
            <a:avLst/>
          </a:prstGeom>
          <a:noFill/>
          <a:ln>
            <a:noFill/>
          </a:ln>
        </p:spPr>
        <p:txBody>
          <a:bodyPr spcFirstLastPara="1" wrap="square" lIns="91425" tIns="45700" rIns="91425" bIns="45700" anchor="t" anchorCtr="0">
            <a:noAutofit/>
          </a:bodyPr>
          <a:lstStyle>
            <a:lvl1pPr marL="457200" lvl="0" indent="-228600" algn="l">
              <a:spcBef>
                <a:spcPts val="270"/>
              </a:spcBef>
              <a:spcAft>
                <a:spcPts val="0"/>
              </a:spcAft>
              <a:buClr>
                <a:schemeClr val="lt1"/>
              </a:buClr>
              <a:buSzPts val="1800"/>
              <a:buFont typeface="Arial"/>
              <a:buNone/>
              <a:defRPr sz="1800"/>
            </a:lvl1pPr>
            <a:lvl2pPr marL="914400" lvl="1" indent="-228600" algn="l">
              <a:spcBef>
                <a:spcPts val="225"/>
              </a:spcBef>
              <a:spcAft>
                <a:spcPts val="0"/>
              </a:spcAft>
              <a:buClr>
                <a:schemeClr val="lt1"/>
              </a:buClr>
              <a:buSzPts val="1500"/>
              <a:buFont typeface="Arial"/>
              <a:buNone/>
              <a:defRPr sz="1500"/>
            </a:lvl2pPr>
            <a:lvl3pPr marL="1371600" lvl="2" indent="-228600" algn="l">
              <a:spcBef>
                <a:spcPts val="205"/>
              </a:spcBef>
              <a:spcAft>
                <a:spcPts val="0"/>
              </a:spcAft>
              <a:buClr>
                <a:schemeClr val="lt1"/>
              </a:buClr>
              <a:buSzPts val="1350"/>
              <a:buFont typeface="Arial"/>
              <a:buNone/>
              <a:defRPr sz="1350"/>
            </a:lvl3pPr>
            <a:lvl4pPr marL="1828800" lvl="3" indent="-228600" algn="l">
              <a:spcBef>
                <a:spcPts val="180"/>
              </a:spcBef>
              <a:spcAft>
                <a:spcPts val="0"/>
              </a:spcAft>
              <a:buClr>
                <a:schemeClr val="lt1"/>
              </a:buClr>
              <a:buSzPts val="1200"/>
              <a:buFont typeface="Arial"/>
              <a:buNone/>
              <a:defRPr sz="1200"/>
            </a:lvl4pPr>
            <a:lvl5pPr marL="2286000" lvl="4" indent="-228600" algn="l">
              <a:spcBef>
                <a:spcPts val="180"/>
              </a:spcBef>
              <a:spcAft>
                <a:spcPts val="0"/>
              </a:spcAft>
              <a:buClr>
                <a:schemeClr val="lt1"/>
              </a:buClr>
              <a:buSzPts val="1200"/>
              <a:buFont typeface="Arial"/>
              <a:buNone/>
              <a:defRPr sz="1200"/>
            </a:lvl5pPr>
            <a:lvl6pPr marL="2743200" lvl="5" indent="-228600" algn="l">
              <a:lnSpc>
                <a:spcPct val="90000"/>
              </a:lnSpc>
              <a:spcBef>
                <a:spcPts val="375"/>
              </a:spcBef>
              <a:spcAft>
                <a:spcPts val="0"/>
              </a:spcAft>
              <a:buClr>
                <a:schemeClr val="lt1"/>
              </a:buClr>
              <a:buSzPts val="1200"/>
              <a:buNone/>
              <a:defRPr sz="1200"/>
            </a:lvl6pPr>
            <a:lvl7pPr marL="3200400" lvl="6" indent="-228600" algn="l">
              <a:lnSpc>
                <a:spcPct val="90000"/>
              </a:lnSpc>
              <a:spcBef>
                <a:spcPts val="375"/>
              </a:spcBef>
              <a:spcAft>
                <a:spcPts val="0"/>
              </a:spcAft>
              <a:buClr>
                <a:schemeClr val="lt1"/>
              </a:buClr>
              <a:buSzPts val="1200"/>
              <a:buNone/>
              <a:defRPr sz="1200"/>
            </a:lvl7pPr>
            <a:lvl8pPr marL="3657600" lvl="7" indent="-228600" algn="l">
              <a:lnSpc>
                <a:spcPct val="90000"/>
              </a:lnSpc>
              <a:spcBef>
                <a:spcPts val="375"/>
              </a:spcBef>
              <a:spcAft>
                <a:spcPts val="0"/>
              </a:spcAft>
              <a:buClr>
                <a:schemeClr val="lt1"/>
              </a:buClr>
              <a:buSzPts val="1200"/>
              <a:buNone/>
              <a:defRPr sz="1200"/>
            </a:lvl8pPr>
            <a:lvl9pPr marL="4114800" lvl="8" indent="-228600" algn="l">
              <a:lnSpc>
                <a:spcPct val="90000"/>
              </a:lnSpc>
              <a:spcBef>
                <a:spcPts val="375"/>
              </a:spcBef>
              <a:spcAft>
                <a:spcPts val="0"/>
              </a:spcAft>
              <a:buClr>
                <a:schemeClr val="lt1"/>
              </a:buClr>
              <a:buSzPts val="1200"/>
              <a:buNone/>
              <a:defRPr sz="1200"/>
            </a:lvl9pPr>
          </a:lstStyle>
          <a:p/>
        </p:txBody>
      </p:sp>
      <p:sp>
        <p:nvSpPr>
          <p:cNvPr id="57" name="Google Shape;57;p5"/>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60" name="Shape 60"/>
        <p:cNvGrpSpPr/>
        <p:nvPr/>
      </p:nvGrpSpPr>
      <p:grpSpPr>
        <a:xfrm>
          <a:off x="0" y="0"/>
          <a:ext cx="0" cy="0"/>
          <a:chOff x="0" y="0"/>
          <a:chExt cx="0" cy="0"/>
        </a:xfrm>
      </p:grpSpPr>
      <p:sp>
        <p:nvSpPr>
          <p:cNvPr id="61" name="Google Shape;61;p6"/>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6"/>
          <p:cNvSpPr txBox="1"/>
          <p:nvPr>
            <p:ph type="body" idx="1"/>
          </p:nvPr>
        </p:nvSpPr>
        <p:spPr>
          <a:xfrm>
            <a:off x="457200" y="1200150"/>
            <a:ext cx="4038600" cy="3394472"/>
          </a:xfrm>
          <a:prstGeom prst="rect">
            <a:avLst/>
          </a:prstGeom>
          <a:noFill/>
          <a:ln>
            <a:noFill/>
          </a:ln>
        </p:spPr>
        <p:txBody>
          <a:bodyPr spcFirstLastPara="1" wrap="square" lIns="91425" tIns="45700" rIns="91425" bIns="45700" anchor="t" anchorCtr="0">
            <a:noAutofit/>
          </a:bodyPr>
          <a:lstStyle>
            <a:lvl1pPr marL="457200" lvl="0" indent="-342900" algn="l">
              <a:spcBef>
                <a:spcPts val="270"/>
              </a:spcBef>
              <a:spcAft>
                <a:spcPts val="0"/>
              </a:spcAft>
              <a:buClr>
                <a:schemeClr val="lt1"/>
              </a:buClr>
              <a:buSzPts val="1800"/>
              <a:buChar char="•"/>
              <a:defRPr/>
            </a:lvl1pPr>
            <a:lvl2pPr marL="914400" lvl="1" indent="-342900" algn="l">
              <a:spcBef>
                <a:spcPts val="270"/>
              </a:spcBef>
              <a:spcAft>
                <a:spcPts val="0"/>
              </a:spcAft>
              <a:buClr>
                <a:schemeClr val="lt1"/>
              </a:buClr>
              <a:buSzPts val="1800"/>
              <a:buChar char="–"/>
              <a:defRPr/>
            </a:lvl2pPr>
            <a:lvl3pPr marL="1371600" lvl="2" indent="-342900" algn="l">
              <a:spcBef>
                <a:spcPts val="270"/>
              </a:spcBef>
              <a:spcAft>
                <a:spcPts val="0"/>
              </a:spcAft>
              <a:buClr>
                <a:schemeClr val="lt1"/>
              </a:buClr>
              <a:buSzPts val="1800"/>
              <a:buChar char="•"/>
              <a:defRPr/>
            </a:lvl3pPr>
            <a:lvl4pPr marL="1828800" lvl="3" indent="-342900" algn="l">
              <a:spcBef>
                <a:spcPts val="270"/>
              </a:spcBef>
              <a:spcAft>
                <a:spcPts val="0"/>
              </a:spcAft>
              <a:buClr>
                <a:schemeClr val="lt1"/>
              </a:buClr>
              <a:buSzPts val="1800"/>
              <a:buChar char="–"/>
              <a:defRPr/>
            </a:lvl4pPr>
            <a:lvl5pPr marL="2286000" lvl="4" indent="-342900" algn="l">
              <a:spcBef>
                <a:spcPts val="270"/>
              </a:spcBef>
              <a:spcAft>
                <a:spcPts val="0"/>
              </a:spcAft>
              <a:buClr>
                <a:schemeClr val="lt1"/>
              </a:buClr>
              <a:buSzPts val="1800"/>
              <a:buChar char="»"/>
              <a:defRPr/>
            </a:lvl5pPr>
            <a:lvl6pPr marL="2743200" lvl="5" indent="-342900" algn="l">
              <a:lnSpc>
                <a:spcPct val="90000"/>
              </a:lnSpc>
              <a:spcBef>
                <a:spcPts val="375"/>
              </a:spcBef>
              <a:spcAft>
                <a:spcPts val="0"/>
              </a:spcAft>
              <a:buClr>
                <a:schemeClr val="lt1"/>
              </a:buClr>
              <a:buSzPts val="1800"/>
              <a:buChar char="•"/>
              <a:defRPr/>
            </a:lvl6pPr>
            <a:lvl7pPr marL="3200400" lvl="6" indent="-342900" algn="l">
              <a:lnSpc>
                <a:spcPct val="90000"/>
              </a:lnSpc>
              <a:spcBef>
                <a:spcPts val="375"/>
              </a:spcBef>
              <a:spcAft>
                <a:spcPts val="0"/>
              </a:spcAft>
              <a:buClr>
                <a:schemeClr val="lt1"/>
              </a:buClr>
              <a:buSzPts val="1800"/>
              <a:buChar char="•"/>
              <a:defRPr/>
            </a:lvl7pPr>
            <a:lvl8pPr marL="3657600" lvl="7" indent="-342900" algn="l">
              <a:lnSpc>
                <a:spcPct val="90000"/>
              </a:lnSpc>
              <a:spcBef>
                <a:spcPts val="375"/>
              </a:spcBef>
              <a:spcAft>
                <a:spcPts val="0"/>
              </a:spcAft>
              <a:buClr>
                <a:schemeClr val="lt1"/>
              </a:buClr>
              <a:buSzPts val="1800"/>
              <a:buChar char="•"/>
              <a:defRPr/>
            </a:lvl8pPr>
            <a:lvl9pPr marL="4114800" lvl="8" indent="-342900" algn="l">
              <a:lnSpc>
                <a:spcPct val="90000"/>
              </a:lnSpc>
              <a:spcBef>
                <a:spcPts val="375"/>
              </a:spcBef>
              <a:spcAft>
                <a:spcPts val="0"/>
              </a:spcAft>
              <a:buClr>
                <a:schemeClr val="lt1"/>
              </a:buClr>
              <a:buSzPts val="1800"/>
              <a:buChar char="•"/>
              <a:defRPr/>
            </a:lvl9pPr>
          </a:lstStyle>
          <a:p/>
        </p:txBody>
      </p:sp>
      <p:sp>
        <p:nvSpPr>
          <p:cNvPr id="63" name="Google Shape;63;p6"/>
          <p:cNvSpPr txBox="1"/>
          <p:nvPr>
            <p:ph type="body" idx="2"/>
          </p:nvPr>
        </p:nvSpPr>
        <p:spPr>
          <a:xfrm>
            <a:off x="4648200" y="1200150"/>
            <a:ext cx="4038600" cy="3394472"/>
          </a:xfrm>
          <a:prstGeom prst="rect">
            <a:avLst/>
          </a:prstGeom>
          <a:noFill/>
          <a:ln>
            <a:noFill/>
          </a:ln>
        </p:spPr>
        <p:txBody>
          <a:bodyPr spcFirstLastPara="1" wrap="square" lIns="91425" tIns="45700" rIns="91425" bIns="45700" anchor="t" anchorCtr="0">
            <a:noAutofit/>
          </a:bodyPr>
          <a:lstStyle>
            <a:lvl1pPr marL="457200" lvl="0" indent="-342900" algn="l">
              <a:spcBef>
                <a:spcPts val="270"/>
              </a:spcBef>
              <a:spcAft>
                <a:spcPts val="0"/>
              </a:spcAft>
              <a:buClr>
                <a:schemeClr val="lt1"/>
              </a:buClr>
              <a:buSzPts val="1800"/>
              <a:buChar char="•"/>
              <a:defRPr/>
            </a:lvl1pPr>
            <a:lvl2pPr marL="914400" lvl="1" indent="-342900" algn="l">
              <a:spcBef>
                <a:spcPts val="270"/>
              </a:spcBef>
              <a:spcAft>
                <a:spcPts val="0"/>
              </a:spcAft>
              <a:buClr>
                <a:schemeClr val="lt1"/>
              </a:buClr>
              <a:buSzPts val="1800"/>
              <a:buChar char="–"/>
              <a:defRPr/>
            </a:lvl2pPr>
            <a:lvl3pPr marL="1371600" lvl="2" indent="-342900" algn="l">
              <a:spcBef>
                <a:spcPts val="270"/>
              </a:spcBef>
              <a:spcAft>
                <a:spcPts val="0"/>
              </a:spcAft>
              <a:buClr>
                <a:schemeClr val="lt1"/>
              </a:buClr>
              <a:buSzPts val="1800"/>
              <a:buChar char="•"/>
              <a:defRPr/>
            </a:lvl3pPr>
            <a:lvl4pPr marL="1828800" lvl="3" indent="-342900" algn="l">
              <a:spcBef>
                <a:spcPts val="270"/>
              </a:spcBef>
              <a:spcAft>
                <a:spcPts val="0"/>
              </a:spcAft>
              <a:buClr>
                <a:schemeClr val="lt1"/>
              </a:buClr>
              <a:buSzPts val="1800"/>
              <a:buChar char="–"/>
              <a:defRPr/>
            </a:lvl4pPr>
            <a:lvl5pPr marL="2286000" lvl="4" indent="-342900" algn="l">
              <a:spcBef>
                <a:spcPts val="270"/>
              </a:spcBef>
              <a:spcAft>
                <a:spcPts val="0"/>
              </a:spcAft>
              <a:buClr>
                <a:schemeClr val="lt1"/>
              </a:buClr>
              <a:buSzPts val="1800"/>
              <a:buChar char="»"/>
              <a:defRPr/>
            </a:lvl5pPr>
            <a:lvl6pPr marL="2743200" lvl="5" indent="-342900" algn="l">
              <a:lnSpc>
                <a:spcPct val="90000"/>
              </a:lnSpc>
              <a:spcBef>
                <a:spcPts val="375"/>
              </a:spcBef>
              <a:spcAft>
                <a:spcPts val="0"/>
              </a:spcAft>
              <a:buClr>
                <a:schemeClr val="lt1"/>
              </a:buClr>
              <a:buSzPts val="1800"/>
              <a:buChar char="•"/>
              <a:defRPr/>
            </a:lvl6pPr>
            <a:lvl7pPr marL="3200400" lvl="6" indent="-342900" algn="l">
              <a:lnSpc>
                <a:spcPct val="90000"/>
              </a:lnSpc>
              <a:spcBef>
                <a:spcPts val="375"/>
              </a:spcBef>
              <a:spcAft>
                <a:spcPts val="0"/>
              </a:spcAft>
              <a:buClr>
                <a:schemeClr val="lt1"/>
              </a:buClr>
              <a:buSzPts val="1800"/>
              <a:buChar char="•"/>
              <a:defRPr/>
            </a:lvl7pPr>
            <a:lvl8pPr marL="3657600" lvl="7" indent="-342900" algn="l">
              <a:lnSpc>
                <a:spcPct val="90000"/>
              </a:lnSpc>
              <a:spcBef>
                <a:spcPts val="375"/>
              </a:spcBef>
              <a:spcAft>
                <a:spcPts val="0"/>
              </a:spcAft>
              <a:buClr>
                <a:schemeClr val="lt1"/>
              </a:buClr>
              <a:buSzPts val="1800"/>
              <a:buChar char="•"/>
              <a:defRPr/>
            </a:lvl8pPr>
            <a:lvl9pPr marL="4114800" lvl="8" indent="-342900" algn="l">
              <a:lnSpc>
                <a:spcPct val="90000"/>
              </a:lnSpc>
              <a:spcBef>
                <a:spcPts val="375"/>
              </a:spcBef>
              <a:spcAft>
                <a:spcPts val="0"/>
              </a:spcAft>
              <a:buClr>
                <a:schemeClr val="lt1"/>
              </a:buClr>
              <a:buSzPts val="1800"/>
              <a:buChar char="•"/>
              <a:defRPr/>
            </a:lvl9pPr>
          </a:lstStyle>
          <a:p/>
        </p:txBody>
      </p:sp>
      <p:sp>
        <p:nvSpPr>
          <p:cNvPr id="64" name="Google Shape;64;p6"/>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67" name="Shape 67"/>
        <p:cNvGrpSpPr/>
        <p:nvPr/>
      </p:nvGrpSpPr>
      <p:grpSpPr>
        <a:xfrm>
          <a:off x="0" y="0"/>
          <a:ext cx="0" cy="0"/>
          <a:chOff x="0" y="0"/>
          <a:chExt cx="0" cy="0"/>
        </a:xfrm>
      </p:grpSpPr>
      <p:sp>
        <p:nvSpPr>
          <p:cNvPr id="68" name="Google Shape;68;p7"/>
          <p:cNvSpPr txBox="1"/>
          <p:nvPr>
            <p:ph type="title"/>
          </p:nvPr>
        </p:nvSpPr>
        <p:spPr>
          <a:xfrm>
            <a:off x="630238" y="273844"/>
            <a:ext cx="7886700" cy="99417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
          <p:cNvSpPr txBox="1"/>
          <p:nvPr>
            <p:ph type="body" idx="1"/>
          </p:nvPr>
        </p:nvSpPr>
        <p:spPr>
          <a:xfrm>
            <a:off x="630238" y="1260872"/>
            <a:ext cx="3868737" cy="617934"/>
          </a:xfrm>
          <a:prstGeom prst="rect">
            <a:avLst/>
          </a:prstGeom>
          <a:noFill/>
          <a:ln>
            <a:noFill/>
          </a:ln>
        </p:spPr>
        <p:txBody>
          <a:bodyPr spcFirstLastPara="1" wrap="square" lIns="91425" tIns="45700" rIns="91425" bIns="45700" anchor="b" anchorCtr="0">
            <a:noAutofit/>
          </a:bodyPr>
          <a:lstStyle>
            <a:lvl1pPr marL="457200" lvl="0" indent="-228600" algn="l">
              <a:spcBef>
                <a:spcPts val="270"/>
              </a:spcBef>
              <a:spcAft>
                <a:spcPts val="0"/>
              </a:spcAft>
              <a:buClr>
                <a:schemeClr val="lt1"/>
              </a:buClr>
              <a:buSzPts val="1800"/>
              <a:buFont typeface="Arial"/>
              <a:buNone/>
              <a:defRPr sz="1800" b="1"/>
            </a:lvl1pPr>
            <a:lvl2pPr marL="914400" lvl="1" indent="-228600" algn="l">
              <a:spcBef>
                <a:spcPts val="225"/>
              </a:spcBef>
              <a:spcAft>
                <a:spcPts val="0"/>
              </a:spcAft>
              <a:buClr>
                <a:schemeClr val="lt1"/>
              </a:buClr>
              <a:buSzPts val="1500"/>
              <a:buFont typeface="Arial"/>
              <a:buNone/>
              <a:defRPr sz="1500" b="1"/>
            </a:lvl2pPr>
            <a:lvl3pPr marL="1371600" lvl="2" indent="-228600" algn="l">
              <a:spcBef>
                <a:spcPts val="205"/>
              </a:spcBef>
              <a:spcAft>
                <a:spcPts val="0"/>
              </a:spcAft>
              <a:buClr>
                <a:schemeClr val="lt1"/>
              </a:buClr>
              <a:buSzPts val="1350"/>
              <a:buFont typeface="Arial"/>
              <a:buNone/>
              <a:defRPr sz="1350" b="1"/>
            </a:lvl3pPr>
            <a:lvl4pPr marL="1828800" lvl="3" indent="-228600" algn="l">
              <a:spcBef>
                <a:spcPts val="180"/>
              </a:spcBef>
              <a:spcAft>
                <a:spcPts val="0"/>
              </a:spcAft>
              <a:buClr>
                <a:schemeClr val="lt1"/>
              </a:buClr>
              <a:buSzPts val="1200"/>
              <a:buFont typeface="Arial"/>
              <a:buNone/>
              <a:defRPr sz="1200" b="1"/>
            </a:lvl4pPr>
            <a:lvl5pPr marL="2286000" lvl="4" indent="-228600" algn="l">
              <a:spcBef>
                <a:spcPts val="180"/>
              </a:spcBef>
              <a:spcAft>
                <a:spcPts val="0"/>
              </a:spcAft>
              <a:buClr>
                <a:schemeClr val="lt1"/>
              </a:buClr>
              <a:buSzPts val="1200"/>
              <a:buFont typeface="Arial"/>
              <a:buNone/>
              <a:defRPr sz="1200" b="1"/>
            </a:lvl5pPr>
            <a:lvl6pPr marL="2743200" lvl="5" indent="-228600" algn="l">
              <a:lnSpc>
                <a:spcPct val="90000"/>
              </a:lnSpc>
              <a:spcBef>
                <a:spcPts val="375"/>
              </a:spcBef>
              <a:spcAft>
                <a:spcPts val="0"/>
              </a:spcAft>
              <a:buClr>
                <a:schemeClr val="lt1"/>
              </a:buClr>
              <a:buSzPts val="1200"/>
              <a:buNone/>
              <a:defRPr sz="1200" b="1"/>
            </a:lvl6pPr>
            <a:lvl7pPr marL="3200400" lvl="6" indent="-228600" algn="l">
              <a:lnSpc>
                <a:spcPct val="90000"/>
              </a:lnSpc>
              <a:spcBef>
                <a:spcPts val="375"/>
              </a:spcBef>
              <a:spcAft>
                <a:spcPts val="0"/>
              </a:spcAft>
              <a:buClr>
                <a:schemeClr val="lt1"/>
              </a:buClr>
              <a:buSzPts val="1200"/>
              <a:buNone/>
              <a:defRPr sz="1200" b="1"/>
            </a:lvl7pPr>
            <a:lvl8pPr marL="3657600" lvl="7" indent="-228600" algn="l">
              <a:lnSpc>
                <a:spcPct val="90000"/>
              </a:lnSpc>
              <a:spcBef>
                <a:spcPts val="375"/>
              </a:spcBef>
              <a:spcAft>
                <a:spcPts val="0"/>
              </a:spcAft>
              <a:buClr>
                <a:schemeClr val="lt1"/>
              </a:buClr>
              <a:buSzPts val="1200"/>
              <a:buNone/>
              <a:defRPr sz="1200" b="1"/>
            </a:lvl8pPr>
            <a:lvl9pPr marL="4114800" lvl="8" indent="-228600" algn="l">
              <a:lnSpc>
                <a:spcPct val="90000"/>
              </a:lnSpc>
              <a:spcBef>
                <a:spcPts val="375"/>
              </a:spcBef>
              <a:spcAft>
                <a:spcPts val="0"/>
              </a:spcAft>
              <a:buClr>
                <a:schemeClr val="lt1"/>
              </a:buClr>
              <a:buSzPts val="1200"/>
              <a:buNone/>
              <a:defRPr sz="1200" b="1"/>
            </a:lvl9pPr>
          </a:lstStyle>
          <a:p/>
        </p:txBody>
      </p:sp>
      <p:sp>
        <p:nvSpPr>
          <p:cNvPr id="70" name="Google Shape;70;p7"/>
          <p:cNvSpPr txBox="1"/>
          <p:nvPr>
            <p:ph type="body" idx="2"/>
          </p:nvPr>
        </p:nvSpPr>
        <p:spPr>
          <a:xfrm>
            <a:off x="630238" y="1878806"/>
            <a:ext cx="3868737" cy="2763441"/>
          </a:xfrm>
          <a:prstGeom prst="rect">
            <a:avLst/>
          </a:prstGeom>
          <a:noFill/>
          <a:ln>
            <a:noFill/>
          </a:ln>
        </p:spPr>
        <p:txBody>
          <a:bodyPr spcFirstLastPara="1" wrap="square" lIns="91425" tIns="45700" rIns="91425" bIns="45700" anchor="t" anchorCtr="0">
            <a:noAutofit/>
          </a:bodyPr>
          <a:lstStyle>
            <a:lvl1pPr marL="457200" lvl="0" indent="-342900" algn="l">
              <a:spcBef>
                <a:spcPts val="270"/>
              </a:spcBef>
              <a:spcAft>
                <a:spcPts val="0"/>
              </a:spcAft>
              <a:buClr>
                <a:schemeClr val="lt1"/>
              </a:buClr>
              <a:buSzPts val="1800"/>
              <a:buChar char="•"/>
              <a:defRPr/>
            </a:lvl1pPr>
            <a:lvl2pPr marL="914400" lvl="1" indent="-342900" algn="l">
              <a:spcBef>
                <a:spcPts val="270"/>
              </a:spcBef>
              <a:spcAft>
                <a:spcPts val="0"/>
              </a:spcAft>
              <a:buClr>
                <a:schemeClr val="lt1"/>
              </a:buClr>
              <a:buSzPts val="1800"/>
              <a:buChar char="–"/>
              <a:defRPr/>
            </a:lvl2pPr>
            <a:lvl3pPr marL="1371600" lvl="2" indent="-342900" algn="l">
              <a:spcBef>
                <a:spcPts val="270"/>
              </a:spcBef>
              <a:spcAft>
                <a:spcPts val="0"/>
              </a:spcAft>
              <a:buClr>
                <a:schemeClr val="lt1"/>
              </a:buClr>
              <a:buSzPts val="1800"/>
              <a:buChar char="•"/>
              <a:defRPr/>
            </a:lvl3pPr>
            <a:lvl4pPr marL="1828800" lvl="3" indent="-342900" algn="l">
              <a:spcBef>
                <a:spcPts val="270"/>
              </a:spcBef>
              <a:spcAft>
                <a:spcPts val="0"/>
              </a:spcAft>
              <a:buClr>
                <a:schemeClr val="lt1"/>
              </a:buClr>
              <a:buSzPts val="1800"/>
              <a:buChar char="–"/>
              <a:defRPr/>
            </a:lvl4pPr>
            <a:lvl5pPr marL="2286000" lvl="4" indent="-342900" algn="l">
              <a:spcBef>
                <a:spcPts val="270"/>
              </a:spcBef>
              <a:spcAft>
                <a:spcPts val="0"/>
              </a:spcAft>
              <a:buClr>
                <a:schemeClr val="lt1"/>
              </a:buClr>
              <a:buSzPts val="1800"/>
              <a:buChar char="»"/>
              <a:defRPr/>
            </a:lvl5pPr>
            <a:lvl6pPr marL="2743200" lvl="5" indent="-342900" algn="l">
              <a:lnSpc>
                <a:spcPct val="90000"/>
              </a:lnSpc>
              <a:spcBef>
                <a:spcPts val="375"/>
              </a:spcBef>
              <a:spcAft>
                <a:spcPts val="0"/>
              </a:spcAft>
              <a:buClr>
                <a:schemeClr val="lt1"/>
              </a:buClr>
              <a:buSzPts val="1800"/>
              <a:buChar char="•"/>
              <a:defRPr/>
            </a:lvl6pPr>
            <a:lvl7pPr marL="3200400" lvl="6" indent="-342900" algn="l">
              <a:lnSpc>
                <a:spcPct val="90000"/>
              </a:lnSpc>
              <a:spcBef>
                <a:spcPts val="375"/>
              </a:spcBef>
              <a:spcAft>
                <a:spcPts val="0"/>
              </a:spcAft>
              <a:buClr>
                <a:schemeClr val="lt1"/>
              </a:buClr>
              <a:buSzPts val="1800"/>
              <a:buChar char="•"/>
              <a:defRPr/>
            </a:lvl7pPr>
            <a:lvl8pPr marL="3657600" lvl="7" indent="-342900" algn="l">
              <a:lnSpc>
                <a:spcPct val="90000"/>
              </a:lnSpc>
              <a:spcBef>
                <a:spcPts val="375"/>
              </a:spcBef>
              <a:spcAft>
                <a:spcPts val="0"/>
              </a:spcAft>
              <a:buClr>
                <a:schemeClr val="lt1"/>
              </a:buClr>
              <a:buSzPts val="1800"/>
              <a:buChar char="•"/>
              <a:defRPr/>
            </a:lvl8pPr>
            <a:lvl9pPr marL="4114800" lvl="8" indent="-342900" algn="l">
              <a:lnSpc>
                <a:spcPct val="90000"/>
              </a:lnSpc>
              <a:spcBef>
                <a:spcPts val="375"/>
              </a:spcBef>
              <a:spcAft>
                <a:spcPts val="0"/>
              </a:spcAft>
              <a:buClr>
                <a:schemeClr val="lt1"/>
              </a:buClr>
              <a:buSzPts val="1800"/>
              <a:buChar char="•"/>
              <a:defRPr/>
            </a:lvl9pPr>
          </a:lstStyle>
          <a:p/>
        </p:txBody>
      </p:sp>
      <p:sp>
        <p:nvSpPr>
          <p:cNvPr id="71" name="Google Shape;71;p7"/>
          <p:cNvSpPr txBox="1"/>
          <p:nvPr>
            <p:ph type="body" idx="3"/>
          </p:nvPr>
        </p:nvSpPr>
        <p:spPr>
          <a:xfrm>
            <a:off x="4629150" y="1260872"/>
            <a:ext cx="3887788" cy="617934"/>
          </a:xfrm>
          <a:prstGeom prst="rect">
            <a:avLst/>
          </a:prstGeom>
          <a:noFill/>
          <a:ln>
            <a:noFill/>
          </a:ln>
        </p:spPr>
        <p:txBody>
          <a:bodyPr spcFirstLastPara="1" wrap="square" lIns="91425" tIns="45700" rIns="91425" bIns="45700" anchor="b" anchorCtr="0">
            <a:noAutofit/>
          </a:bodyPr>
          <a:lstStyle>
            <a:lvl1pPr marL="457200" lvl="0" indent="-228600" algn="l">
              <a:spcBef>
                <a:spcPts val="270"/>
              </a:spcBef>
              <a:spcAft>
                <a:spcPts val="0"/>
              </a:spcAft>
              <a:buClr>
                <a:schemeClr val="lt1"/>
              </a:buClr>
              <a:buSzPts val="1800"/>
              <a:buFont typeface="Arial"/>
              <a:buNone/>
              <a:defRPr sz="1800" b="1"/>
            </a:lvl1pPr>
            <a:lvl2pPr marL="914400" lvl="1" indent="-228600" algn="l">
              <a:spcBef>
                <a:spcPts val="225"/>
              </a:spcBef>
              <a:spcAft>
                <a:spcPts val="0"/>
              </a:spcAft>
              <a:buClr>
                <a:schemeClr val="lt1"/>
              </a:buClr>
              <a:buSzPts val="1500"/>
              <a:buFont typeface="Arial"/>
              <a:buNone/>
              <a:defRPr sz="1500" b="1"/>
            </a:lvl2pPr>
            <a:lvl3pPr marL="1371600" lvl="2" indent="-228600" algn="l">
              <a:spcBef>
                <a:spcPts val="205"/>
              </a:spcBef>
              <a:spcAft>
                <a:spcPts val="0"/>
              </a:spcAft>
              <a:buClr>
                <a:schemeClr val="lt1"/>
              </a:buClr>
              <a:buSzPts val="1350"/>
              <a:buFont typeface="Arial"/>
              <a:buNone/>
              <a:defRPr sz="1350" b="1"/>
            </a:lvl3pPr>
            <a:lvl4pPr marL="1828800" lvl="3" indent="-228600" algn="l">
              <a:spcBef>
                <a:spcPts val="180"/>
              </a:spcBef>
              <a:spcAft>
                <a:spcPts val="0"/>
              </a:spcAft>
              <a:buClr>
                <a:schemeClr val="lt1"/>
              </a:buClr>
              <a:buSzPts val="1200"/>
              <a:buFont typeface="Arial"/>
              <a:buNone/>
              <a:defRPr sz="1200" b="1"/>
            </a:lvl4pPr>
            <a:lvl5pPr marL="2286000" lvl="4" indent="-228600" algn="l">
              <a:spcBef>
                <a:spcPts val="180"/>
              </a:spcBef>
              <a:spcAft>
                <a:spcPts val="0"/>
              </a:spcAft>
              <a:buClr>
                <a:schemeClr val="lt1"/>
              </a:buClr>
              <a:buSzPts val="1200"/>
              <a:buFont typeface="Arial"/>
              <a:buNone/>
              <a:defRPr sz="1200" b="1"/>
            </a:lvl5pPr>
            <a:lvl6pPr marL="2743200" lvl="5" indent="-228600" algn="l">
              <a:lnSpc>
                <a:spcPct val="90000"/>
              </a:lnSpc>
              <a:spcBef>
                <a:spcPts val="375"/>
              </a:spcBef>
              <a:spcAft>
                <a:spcPts val="0"/>
              </a:spcAft>
              <a:buClr>
                <a:schemeClr val="lt1"/>
              </a:buClr>
              <a:buSzPts val="1200"/>
              <a:buNone/>
              <a:defRPr sz="1200" b="1"/>
            </a:lvl6pPr>
            <a:lvl7pPr marL="3200400" lvl="6" indent="-228600" algn="l">
              <a:lnSpc>
                <a:spcPct val="90000"/>
              </a:lnSpc>
              <a:spcBef>
                <a:spcPts val="375"/>
              </a:spcBef>
              <a:spcAft>
                <a:spcPts val="0"/>
              </a:spcAft>
              <a:buClr>
                <a:schemeClr val="lt1"/>
              </a:buClr>
              <a:buSzPts val="1200"/>
              <a:buNone/>
              <a:defRPr sz="1200" b="1"/>
            </a:lvl7pPr>
            <a:lvl8pPr marL="3657600" lvl="7" indent="-228600" algn="l">
              <a:lnSpc>
                <a:spcPct val="90000"/>
              </a:lnSpc>
              <a:spcBef>
                <a:spcPts val="375"/>
              </a:spcBef>
              <a:spcAft>
                <a:spcPts val="0"/>
              </a:spcAft>
              <a:buClr>
                <a:schemeClr val="lt1"/>
              </a:buClr>
              <a:buSzPts val="1200"/>
              <a:buNone/>
              <a:defRPr sz="1200" b="1"/>
            </a:lvl8pPr>
            <a:lvl9pPr marL="4114800" lvl="8" indent="-228600" algn="l">
              <a:lnSpc>
                <a:spcPct val="90000"/>
              </a:lnSpc>
              <a:spcBef>
                <a:spcPts val="375"/>
              </a:spcBef>
              <a:spcAft>
                <a:spcPts val="0"/>
              </a:spcAft>
              <a:buClr>
                <a:schemeClr val="lt1"/>
              </a:buClr>
              <a:buSzPts val="1200"/>
              <a:buNone/>
              <a:defRPr sz="1200" b="1"/>
            </a:lvl9pPr>
          </a:lstStyle>
          <a:p/>
        </p:txBody>
      </p:sp>
      <p:sp>
        <p:nvSpPr>
          <p:cNvPr id="72" name="Google Shape;72;p7"/>
          <p:cNvSpPr txBox="1"/>
          <p:nvPr>
            <p:ph type="body" idx="4"/>
          </p:nvPr>
        </p:nvSpPr>
        <p:spPr>
          <a:xfrm>
            <a:off x="4629150" y="1878806"/>
            <a:ext cx="3887788" cy="2763441"/>
          </a:xfrm>
          <a:prstGeom prst="rect">
            <a:avLst/>
          </a:prstGeom>
          <a:noFill/>
          <a:ln>
            <a:noFill/>
          </a:ln>
        </p:spPr>
        <p:txBody>
          <a:bodyPr spcFirstLastPara="1" wrap="square" lIns="91425" tIns="45700" rIns="91425" bIns="45700" anchor="t" anchorCtr="0">
            <a:noAutofit/>
          </a:bodyPr>
          <a:lstStyle>
            <a:lvl1pPr marL="457200" lvl="0" indent="-342900" algn="l">
              <a:spcBef>
                <a:spcPts val="270"/>
              </a:spcBef>
              <a:spcAft>
                <a:spcPts val="0"/>
              </a:spcAft>
              <a:buClr>
                <a:schemeClr val="lt1"/>
              </a:buClr>
              <a:buSzPts val="1800"/>
              <a:buChar char="•"/>
              <a:defRPr/>
            </a:lvl1pPr>
            <a:lvl2pPr marL="914400" lvl="1" indent="-342900" algn="l">
              <a:spcBef>
                <a:spcPts val="270"/>
              </a:spcBef>
              <a:spcAft>
                <a:spcPts val="0"/>
              </a:spcAft>
              <a:buClr>
                <a:schemeClr val="lt1"/>
              </a:buClr>
              <a:buSzPts val="1800"/>
              <a:buChar char="–"/>
              <a:defRPr/>
            </a:lvl2pPr>
            <a:lvl3pPr marL="1371600" lvl="2" indent="-342900" algn="l">
              <a:spcBef>
                <a:spcPts val="270"/>
              </a:spcBef>
              <a:spcAft>
                <a:spcPts val="0"/>
              </a:spcAft>
              <a:buClr>
                <a:schemeClr val="lt1"/>
              </a:buClr>
              <a:buSzPts val="1800"/>
              <a:buChar char="•"/>
              <a:defRPr/>
            </a:lvl3pPr>
            <a:lvl4pPr marL="1828800" lvl="3" indent="-342900" algn="l">
              <a:spcBef>
                <a:spcPts val="270"/>
              </a:spcBef>
              <a:spcAft>
                <a:spcPts val="0"/>
              </a:spcAft>
              <a:buClr>
                <a:schemeClr val="lt1"/>
              </a:buClr>
              <a:buSzPts val="1800"/>
              <a:buChar char="–"/>
              <a:defRPr/>
            </a:lvl4pPr>
            <a:lvl5pPr marL="2286000" lvl="4" indent="-342900" algn="l">
              <a:spcBef>
                <a:spcPts val="270"/>
              </a:spcBef>
              <a:spcAft>
                <a:spcPts val="0"/>
              </a:spcAft>
              <a:buClr>
                <a:schemeClr val="lt1"/>
              </a:buClr>
              <a:buSzPts val="1800"/>
              <a:buChar char="»"/>
              <a:defRPr/>
            </a:lvl5pPr>
            <a:lvl6pPr marL="2743200" lvl="5" indent="-342900" algn="l">
              <a:lnSpc>
                <a:spcPct val="90000"/>
              </a:lnSpc>
              <a:spcBef>
                <a:spcPts val="375"/>
              </a:spcBef>
              <a:spcAft>
                <a:spcPts val="0"/>
              </a:spcAft>
              <a:buClr>
                <a:schemeClr val="lt1"/>
              </a:buClr>
              <a:buSzPts val="1800"/>
              <a:buChar char="•"/>
              <a:defRPr/>
            </a:lvl6pPr>
            <a:lvl7pPr marL="3200400" lvl="6" indent="-342900" algn="l">
              <a:lnSpc>
                <a:spcPct val="90000"/>
              </a:lnSpc>
              <a:spcBef>
                <a:spcPts val="375"/>
              </a:spcBef>
              <a:spcAft>
                <a:spcPts val="0"/>
              </a:spcAft>
              <a:buClr>
                <a:schemeClr val="lt1"/>
              </a:buClr>
              <a:buSzPts val="1800"/>
              <a:buChar char="•"/>
              <a:defRPr/>
            </a:lvl7pPr>
            <a:lvl8pPr marL="3657600" lvl="7" indent="-342900" algn="l">
              <a:lnSpc>
                <a:spcPct val="90000"/>
              </a:lnSpc>
              <a:spcBef>
                <a:spcPts val="375"/>
              </a:spcBef>
              <a:spcAft>
                <a:spcPts val="0"/>
              </a:spcAft>
              <a:buClr>
                <a:schemeClr val="lt1"/>
              </a:buClr>
              <a:buSzPts val="1800"/>
              <a:buChar char="•"/>
              <a:defRPr/>
            </a:lvl8pPr>
            <a:lvl9pPr marL="4114800" lvl="8" indent="-342900" algn="l">
              <a:lnSpc>
                <a:spcPct val="90000"/>
              </a:lnSpc>
              <a:spcBef>
                <a:spcPts val="375"/>
              </a:spcBef>
              <a:spcAft>
                <a:spcPts val="0"/>
              </a:spcAft>
              <a:buClr>
                <a:schemeClr val="lt1"/>
              </a:buClr>
              <a:buSzPts val="1800"/>
              <a:buChar char="•"/>
              <a:defRPr/>
            </a:lvl9pPr>
          </a:lstStyle>
          <a:p/>
        </p:txBody>
      </p:sp>
      <p:sp>
        <p:nvSpPr>
          <p:cNvPr id="73" name="Google Shape;73;p7"/>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7"/>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7"/>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76" name="Shape 76"/>
        <p:cNvGrpSpPr/>
        <p:nvPr/>
      </p:nvGrpSpPr>
      <p:grpSpPr>
        <a:xfrm>
          <a:off x="0" y="0"/>
          <a:ext cx="0" cy="0"/>
          <a:chOff x="0" y="0"/>
          <a:chExt cx="0" cy="0"/>
        </a:xfrm>
      </p:grpSpPr>
      <p:sp>
        <p:nvSpPr>
          <p:cNvPr id="77" name="Google Shape;77;p8"/>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8"/>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8"/>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8"/>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81" name="Shape 81"/>
        <p:cNvGrpSpPr/>
        <p:nvPr/>
      </p:nvGrpSpPr>
      <p:grpSpPr>
        <a:xfrm>
          <a:off x="0" y="0"/>
          <a:ext cx="0" cy="0"/>
          <a:chOff x="0" y="0"/>
          <a:chExt cx="0" cy="0"/>
        </a:xfrm>
      </p:grpSpPr>
      <p:sp>
        <p:nvSpPr>
          <p:cNvPr id="82" name="Google Shape;82;p9"/>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9"/>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9"/>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630238" y="342900"/>
            <a:ext cx="2949575" cy="12001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0"/>
          <p:cNvSpPr txBox="1"/>
          <p:nvPr>
            <p:ph type="body" idx="1"/>
          </p:nvPr>
        </p:nvSpPr>
        <p:spPr>
          <a:xfrm>
            <a:off x="3887788" y="740569"/>
            <a:ext cx="4629150" cy="3655219"/>
          </a:xfrm>
          <a:prstGeom prst="rect">
            <a:avLst/>
          </a:prstGeom>
          <a:noFill/>
          <a:ln>
            <a:noFill/>
          </a:ln>
        </p:spPr>
        <p:txBody>
          <a:bodyPr spcFirstLastPara="1" wrap="square" lIns="91425" tIns="45700" rIns="91425" bIns="45700" anchor="t" anchorCtr="0">
            <a:noAutofit/>
          </a:bodyPr>
          <a:lstStyle>
            <a:lvl1pPr marL="457200" lvl="0" indent="-381000" algn="l">
              <a:spcBef>
                <a:spcPts val="360"/>
              </a:spcBef>
              <a:spcAft>
                <a:spcPts val="0"/>
              </a:spcAft>
              <a:buClr>
                <a:schemeClr val="lt1"/>
              </a:buClr>
              <a:buSzPts val="2400"/>
              <a:buFont typeface="Arial"/>
              <a:buChar char="•"/>
              <a:defRPr sz="2400"/>
            </a:lvl1pPr>
            <a:lvl2pPr marL="914400" lvl="1" indent="-361950" algn="l">
              <a:spcBef>
                <a:spcPts val="315"/>
              </a:spcBef>
              <a:spcAft>
                <a:spcPts val="0"/>
              </a:spcAft>
              <a:buClr>
                <a:schemeClr val="lt1"/>
              </a:buClr>
              <a:buSzPts val="2100"/>
              <a:buFont typeface="Arial"/>
              <a:buChar char="–"/>
              <a:defRPr sz="2100"/>
            </a:lvl2pPr>
            <a:lvl3pPr marL="1371600" lvl="2" indent="-342900" algn="l">
              <a:spcBef>
                <a:spcPts val="270"/>
              </a:spcBef>
              <a:spcAft>
                <a:spcPts val="0"/>
              </a:spcAft>
              <a:buClr>
                <a:schemeClr val="lt1"/>
              </a:buClr>
              <a:buSzPts val="1800"/>
              <a:buFont typeface="Arial"/>
              <a:buChar char="•"/>
              <a:defRPr sz="1800"/>
            </a:lvl3pPr>
            <a:lvl4pPr marL="1828800" lvl="3" indent="-323850" algn="l">
              <a:spcBef>
                <a:spcPts val="225"/>
              </a:spcBef>
              <a:spcAft>
                <a:spcPts val="0"/>
              </a:spcAft>
              <a:buClr>
                <a:schemeClr val="lt1"/>
              </a:buClr>
              <a:buSzPts val="1500"/>
              <a:buFont typeface="Arial"/>
              <a:buChar char="–"/>
              <a:defRPr sz="1500"/>
            </a:lvl4pPr>
            <a:lvl5pPr marL="2286000" lvl="4" indent="-323850" algn="l">
              <a:spcBef>
                <a:spcPts val="225"/>
              </a:spcBef>
              <a:spcAft>
                <a:spcPts val="0"/>
              </a:spcAft>
              <a:buClr>
                <a:schemeClr val="lt1"/>
              </a:buClr>
              <a:buSzPts val="1500"/>
              <a:buFont typeface="Arial"/>
              <a:buChar char="»"/>
              <a:defRPr sz="1500"/>
            </a:lvl5pPr>
            <a:lvl6pPr marL="2743200" lvl="5" indent="-323850" algn="l">
              <a:lnSpc>
                <a:spcPct val="90000"/>
              </a:lnSpc>
              <a:spcBef>
                <a:spcPts val="375"/>
              </a:spcBef>
              <a:spcAft>
                <a:spcPts val="0"/>
              </a:spcAft>
              <a:buClr>
                <a:schemeClr val="lt1"/>
              </a:buClr>
              <a:buSzPts val="1500"/>
              <a:buChar char="•"/>
              <a:defRPr sz="1500"/>
            </a:lvl6pPr>
            <a:lvl7pPr marL="3200400" lvl="6" indent="-323850" algn="l">
              <a:lnSpc>
                <a:spcPct val="90000"/>
              </a:lnSpc>
              <a:spcBef>
                <a:spcPts val="375"/>
              </a:spcBef>
              <a:spcAft>
                <a:spcPts val="0"/>
              </a:spcAft>
              <a:buClr>
                <a:schemeClr val="lt1"/>
              </a:buClr>
              <a:buSzPts val="1500"/>
              <a:buChar char="•"/>
              <a:defRPr sz="1500"/>
            </a:lvl7pPr>
            <a:lvl8pPr marL="3657600" lvl="7" indent="-323850" algn="l">
              <a:lnSpc>
                <a:spcPct val="90000"/>
              </a:lnSpc>
              <a:spcBef>
                <a:spcPts val="375"/>
              </a:spcBef>
              <a:spcAft>
                <a:spcPts val="0"/>
              </a:spcAft>
              <a:buClr>
                <a:schemeClr val="lt1"/>
              </a:buClr>
              <a:buSzPts val="1500"/>
              <a:buChar char="•"/>
              <a:defRPr sz="1500"/>
            </a:lvl8pPr>
            <a:lvl9pPr marL="4114800" lvl="8" indent="-323850" algn="l">
              <a:lnSpc>
                <a:spcPct val="90000"/>
              </a:lnSpc>
              <a:spcBef>
                <a:spcPts val="375"/>
              </a:spcBef>
              <a:spcAft>
                <a:spcPts val="0"/>
              </a:spcAft>
              <a:buClr>
                <a:schemeClr val="lt1"/>
              </a:buClr>
              <a:buSzPts val="1500"/>
              <a:buChar char="•"/>
              <a:defRPr sz="1500"/>
            </a:lvl9pPr>
          </a:lstStyle>
          <a:p/>
        </p:txBody>
      </p:sp>
      <p:sp>
        <p:nvSpPr>
          <p:cNvPr id="88" name="Google Shape;88;p10"/>
          <p:cNvSpPr txBox="1"/>
          <p:nvPr>
            <p:ph type="body" idx="2"/>
          </p:nvPr>
        </p:nvSpPr>
        <p:spPr>
          <a:xfrm>
            <a:off x="630238" y="1543050"/>
            <a:ext cx="2949575" cy="2858691"/>
          </a:xfrm>
          <a:prstGeom prst="rect">
            <a:avLst/>
          </a:prstGeom>
          <a:noFill/>
          <a:ln>
            <a:noFill/>
          </a:ln>
        </p:spPr>
        <p:txBody>
          <a:bodyPr spcFirstLastPara="1" wrap="square" lIns="91425" tIns="45700" rIns="91425" bIns="45700" anchor="t" anchorCtr="0">
            <a:noAutofit/>
          </a:bodyPr>
          <a:lstStyle>
            <a:lvl1pPr marL="457200" lvl="0" indent="-228600" algn="l">
              <a:spcBef>
                <a:spcPts val="180"/>
              </a:spcBef>
              <a:spcAft>
                <a:spcPts val="0"/>
              </a:spcAft>
              <a:buClr>
                <a:schemeClr val="lt1"/>
              </a:buClr>
              <a:buSzPts val="1200"/>
              <a:buFont typeface="Arial"/>
              <a:buNone/>
              <a:defRPr sz="1200"/>
            </a:lvl1pPr>
            <a:lvl2pPr marL="914400" lvl="1" indent="-228600" algn="l">
              <a:spcBef>
                <a:spcPts val="160"/>
              </a:spcBef>
              <a:spcAft>
                <a:spcPts val="0"/>
              </a:spcAft>
              <a:buClr>
                <a:schemeClr val="lt1"/>
              </a:buClr>
              <a:buSzPts val="1050"/>
              <a:buFont typeface="Arial"/>
              <a:buNone/>
              <a:defRPr sz="1050"/>
            </a:lvl2pPr>
            <a:lvl3pPr marL="1371600" lvl="2" indent="-228600" algn="l">
              <a:spcBef>
                <a:spcPts val="135"/>
              </a:spcBef>
              <a:spcAft>
                <a:spcPts val="0"/>
              </a:spcAft>
              <a:buClr>
                <a:schemeClr val="lt1"/>
              </a:buClr>
              <a:buSzPts val="900"/>
              <a:buFont typeface="Arial"/>
              <a:buNone/>
              <a:defRPr sz="900"/>
            </a:lvl3pPr>
            <a:lvl4pPr marL="1828800" lvl="3" indent="-228600" algn="l">
              <a:spcBef>
                <a:spcPts val="115"/>
              </a:spcBef>
              <a:spcAft>
                <a:spcPts val="0"/>
              </a:spcAft>
              <a:buClr>
                <a:schemeClr val="lt1"/>
              </a:buClr>
              <a:buSzPts val="750"/>
              <a:buFont typeface="Arial"/>
              <a:buNone/>
              <a:defRPr sz="750"/>
            </a:lvl4pPr>
            <a:lvl5pPr marL="2286000" lvl="4" indent="-228600" algn="l">
              <a:spcBef>
                <a:spcPts val="115"/>
              </a:spcBef>
              <a:spcAft>
                <a:spcPts val="0"/>
              </a:spcAft>
              <a:buClr>
                <a:schemeClr val="lt1"/>
              </a:buClr>
              <a:buSzPts val="750"/>
              <a:buFont typeface="Arial"/>
              <a:buNone/>
              <a:defRPr sz="750"/>
            </a:lvl5pPr>
            <a:lvl6pPr marL="2743200" lvl="5" indent="-228600" algn="l">
              <a:lnSpc>
                <a:spcPct val="90000"/>
              </a:lnSpc>
              <a:spcBef>
                <a:spcPts val="375"/>
              </a:spcBef>
              <a:spcAft>
                <a:spcPts val="0"/>
              </a:spcAft>
              <a:buClr>
                <a:schemeClr val="lt1"/>
              </a:buClr>
              <a:buSzPts val="750"/>
              <a:buNone/>
              <a:defRPr sz="750"/>
            </a:lvl6pPr>
            <a:lvl7pPr marL="3200400" lvl="6" indent="-228600" algn="l">
              <a:lnSpc>
                <a:spcPct val="90000"/>
              </a:lnSpc>
              <a:spcBef>
                <a:spcPts val="375"/>
              </a:spcBef>
              <a:spcAft>
                <a:spcPts val="0"/>
              </a:spcAft>
              <a:buClr>
                <a:schemeClr val="lt1"/>
              </a:buClr>
              <a:buSzPts val="750"/>
              <a:buNone/>
              <a:defRPr sz="750"/>
            </a:lvl7pPr>
            <a:lvl8pPr marL="3657600" lvl="7" indent="-228600" algn="l">
              <a:lnSpc>
                <a:spcPct val="90000"/>
              </a:lnSpc>
              <a:spcBef>
                <a:spcPts val="375"/>
              </a:spcBef>
              <a:spcAft>
                <a:spcPts val="0"/>
              </a:spcAft>
              <a:buClr>
                <a:schemeClr val="lt1"/>
              </a:buClr>
              <a:buSzPts val="750"/>
              <a:buNone/>
              <a:defRPr sz="750"/>
            </a:lvl8pPr>
            <a:lvl9pPr marL="4114800" lvl="8" indent="-228600" algn="l">
              <a:lnSpc>
                <a:spcPct val="90000"/>
              </a:lnSpc>
              <a:spcBef>
                <a:spcPts val="375"/>
              </a:spcBef>
              <a:spcAft>
                <a:spcPts val="0"/>
              </a:spcAft>
              <a:buClr>
                <a:schemeClr val="lt1"/>
              </a:buClr>
              <a:buSzPts val="750"/>
              <a:buNone/>
              <a:defRPr sz="750"/>
            </a:lvl9pPr>
          </a:lstStyle>
          <a:p/>
        </p:txBody>
      </p:sp>
      <p:sp>
        <p:nvSpPr>
          <p:cNvPr id="89" name="Google Shape;89;p10"/>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92" name="Shape 92"/>
        <p:cNvGrpSpPr/>
        <p:nvPr/>
      </p:nvGrpSpPr>
      <p:grpSpPr>
        <a:xfrm>
          <a:off x="0" y="0"/>
          <a:ext cx="0" cy="0"/>
          <a:chOff x="0" y="0"/>
          <a:chExt cx="0" cy="0"/>
        </a:xfrm>
      </p:grpSpPr>
      <p:sp>
        <p:nvSpPr>
          <p:cNvPr id="93" name="Google Shape;93;p11"/>
          <p:cNvSpPr txBox="1"/>
          <p:nvPr>
            <p:ph type="title"/>
          </p:nvPr>
        </p:nvSpPr>
        <p:spPr>
          <a:xfrm>
            <a:off x="630238" y="342900"/>
            <a:ext cx="2949575" cy="12001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1"/>
          <p:cNvSpPr/>
          <p:nvPr>
            <p:ph type="pic" idx="2"/>
          </p:nvPr>
        </p:nvSpPr>
        <p:spPr>
          <a:xfrm>
            <a:off x="3887788" y="740569"/>
            <a:ext cx="4629150" cy="3655219"/>
          </a:xfrm>
          <a:prstGeom prst="rect">
            <a:avLst/>
          </a:prstGeom>
          <a:noFill/>
          <a:ln>
            <a:noFill/>
          </a:ln>
        </p:spPr>
      </p:sp>
      <p:sp>
        <p:nvSpPr>
          <p:cNvPr id="95" name="Google Shape;95;p11"/>
          <p:cNvSpPr txBox="1"/>
          <p:nvPr>
            <p:ph type="body" idx="1"/>
          </p:nvPr>
        </p:nvSpPr>
        <p:spPr>
          <a:xfrm>
            <a:off x="630238" y="1543050"/>
            <a:ext cx="2949575" cy="2858691"/>
          </a:xfrm>
          <a:prstGeom prst="rect">
            <a:avLst/>
          </a:prstGeom>
          <a:noFill/>
          <a:ln>
            <a:noFill/>
          </a:ln>
        </p:spPr>
        <p:txBody>
          <a:bodyPr spcFirstLastPara="1" wrap="square" lIns="91425" tIns="45700" rIns="91425" bIns="45700" anchor="t" anchorCtr="0">
            <a:noAutofit/>
          </a:bodyPr>
          <a:lstStyle>
            <a:lvl1pPr marL="457200" lvl="0" indent="-228600" algn="l">
              <a:spcBef>
                <a:spcPts val="180"/>
              </a:spcBef>
              <a:spcAft>
                <a:spcPts val="0"/>
              </a:spcAft>
              <a:buClr>
                <a:schemeClr val="lt1"/>
              </a:buClr>
              <a:buSzPts val="1200"/>
              <a:buFont typeface="Arial"/>
              <a:buNone/>
              <a:defRPr sz="1200"/>
            </a:lvl1pPr>
            <a:lvl2pPr marL="914400" lvl="1" indent="-228600" algn="l">
              <a:spcBef>
                <a:spcPts val="160"/>
              </a:spcBef>
              <a:spcAft>
                <a:spcPts val="0"/>
              </a:spcAft>
              <a:buClr>
                <a:schemeClr val="lt1"/>
              </a:buClr>
              <a:buSzPts val="1050"/>
              <a:buFont typeface="Arial"/>
              <a:buNone/>
              <a:defRPr sz="1050"/>
            </a:lvl2pPr>
            <a:lvl3pPr marL="1371600" lvl="2" indent="-228600" algn="l">
              <a:spcBef>
                <a:spcPts val="135"/>
              </a:spcBef>
              <a:spcAft>
                <a:spcPts val="0"/>
              </a:spcAft>
              <a:buClr>
                <a:schemeClr val="lt1"/>
              </a:buClr>
              <a:buSzPts val="900"/>
              <a:buFont typeface="Arial"/>
              <a:buNone/>
              <a:defRPr sz="900"/>
            </a:lvl3pPr>
            <a:lvl4pPr marL="1828800" lvl="3" indent="-228600" algn="l">
              <a:spcBef>
                <a:spcPts val="115"/>
              </a:spcBef>
              <a:spcAft>
                <a:spcPts val="0"/>
              </a:spcAft>
              <a:buClr>
                <a:schemeClr val="lt1"/>
              </a:buClr>
              <a:buSzPts val="750"/>
              <a:buFont typeface="Arial"/>
              <a:buNone/>
              <a:defRPr sz="750"/>
            </a:lvl4pPr>
            <a:lvl5pPr marL="2286000" lvl="4" indent="-228600" algn="l">
              <a:spcBef>
                <a:spcPts val="115"/>
              </a:spcBef>
              <a:spcAft>
                <a:spcPts val="0"/>
              </a:spcAft>
              <a:buClr>
                <a:schemeClr val="lt1"/>
              </a:buClr>
              <a:buSzPts val="750"/>
              <a:buFont typeface="Arial"/>
              <a:buNone/>
              <a:defRPr sz="750"/>
            </a:lvl5pPr>
            <a:lvl6pPr marL="2743200" lvl="5" indent="-228600" algn="l">
              <a:lnSpc>
                <a:spcPct val="90000"/>
              </a:lnSpc>
              <a:spcBef>
                <a:spcPts val="375"/>
              </a:spcBef>
              <a:spcAft>
                <a:spcPts val="0"/>
              </a:spcAft>
              <a:buClr>
                <a:schemeClr val="lt1"/>
              </a:buClr>
              <a:buSzPts val="750"/>
              <a:buNone/>
              <a:defRPr sz="750"/>
            </a:lvl6pPr>
            <a:lvl7pPr marL="3200400" lvl="6" indent="-228600" algn="l">
              <a:lnSpc>
                <a:spcPct val="90000"/>
              </a:lnSpc>
              <a:spcBef>
                <a:spcPts val="375"/>
              </a:spcBef>
              <a:spcAft>
                <a:spcPts val="0"/>
              </a:spcAft>
              <a:buClr>
                <a:schemeClr val="lt1"/>
              </a:buClr>
              <a:buSzPts val="750"/>
              <a:buNone/>
              <a:defRPr sz="750"/>
            </a:lvl7pPr>
            <a:lvl8pPr marL="3657600" lvl="7" indent="-228600" algn="l">
              <a:lnSpc>
                <a:spcPct val="90000"/>
              </a:lnSpc>
              <a:spcBef>
                <a:spcPts val="375"/>
              </a:spcBef>
              <a:spcAft>
                <a:spcPts val="0"/>
              </a:spcAft>
              <a:buClr>
                <a:schemeClr val="lt1"/>
              </a:buClr>
              <a:buSzPts val="750"/>
              <a:buNone/>
              <a:defRPr sz="750"/>
            </a:lvl8pPr>
            <a:lvl9pPr marL="4114800" lvl="8" indent="-228600" algn="l">
              <a:lnSpc>
                <a:spcPct val="90000"/>
              </a:lnSpc>
              <a:spcBef>
                <a:spcPts val="375"/>
              </a:spcBef>
              <a:spcAft>
                <a:spcPts val="0"/>
              </a:spcAft>
              <a:buClr>
                <a:schemeClr val="lt1"/>
              </a:buClr>
              <a:buSzPts val="750"/>
              <a:buNone/>
              <a:defRPr sz="750"/>
            </a:lvl9pPr>
          </a:lstStyle>
          <a:p/>
        </p:txBody>
      </p:sp>
      <p:sp>
        <p:nvSpPr>
          <p:cNvPr id="96" name="Google Shape;96;p11"/>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1"/>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1"/>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99" name="Shape 99"/>
        <p:cNvGrpSpPr/>
        <p:nvPr/>
      </p:nvGrpSpPr>
      <p:grpSpPr>
        <a:xfrm>
          <a:off x="0" y="0"/>
          <a:ext cx="0" cy="0"/>
          <a:chOff x="0" y="0"/>
          <a:chExt cx="0" cy="0"/>
        </a:xfrm>
      </p:grpSpPr>
      <p:sp>
        <p:nvSpPr>
          <p:cNvPr id="100" name="Google Shape;100;p12"/>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2"/>
          <p:cNvSpPr txBox="1"/>
          <p:nvPr>
            <p:ph type="body" idx="1"/>
          </p:nvPr>
        </p:nvSpPr>
        <p:spPr>
          <a:xfrm rot="5400000">
            <a:off x="2874764" y="-1217414"/>
            <a:ext cx="339447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270"/>
              </a:spcBef>
              <a:spcAft>
                <a:spcPts val="0"/>
              </a:spcAft>
              <a:buClr>
                <a:schemeClr val="lt1"/>
              </a:buClr>
              <a:buSzPts val="1800"/>
              <a:buChar char="•"/>
              <a:defRPr/>
            </a:lvl1pPr>
            <a:lvl2pPr marL="914400" lvl="1" indent="-342900" algn="l">
              <a:spcBef>
                <a:spcPts val="270"/>
              </a:spcBef>
              <a:spcAft>
                <a:spcPts val="0"/>
              </a:spcAft>
              <a:buClr>
                <a:schemeClr val="lt1"/>
              </a:buClr>
              <a:buSzPts val="1800"/>
              <a:buChar char="–"/>
              <a:defRPr/>
            </a:lvl2pPr>
            <a:lvl3pPr marL="1371600" lvl="2" indent="-342900" algn="l">
              <a:spcBef>
                <a:spcPts val="270"/>
              </a:spcBef>
              <a:spcAft>
                <a:spcPts val="0"/>
              </a:spcAft>
              <a:buClr>
                <a:schemeClr val="lt1"/>
              </a:buClr>
              <a:buSzPts val="1800"/>
              <a:buChar char="•"/>
              <a:defRPr/>
            </a:lvl3pPr>
            <a:lvl4pPr marL="1828800" lvl="3" indent="-342900" algn="l">
              <a:spcBef>
                <a:spcPts val="270"/>
              </a:spcBef>
              <a:spcAft>
                <a:spcPts val="0"/>
              </a:spcAft>
              <a:buClr>
                <a:schemeClr val="lt1"/>
              </a:buClr>
              <a:buSzPts val="1800"/>
              <a:buChar char="–"/>
              <a:defRPr/>
            </a:lvl4pPr>
            <a:lvl5pPr marL="2286000" lvl="4" indent="-342900" algn="l">
              <a:spcBef>
                <a:spcPts val="270"/>
              </a:spcBef>
              <a:spcAft>
                <a:spcPts val="0"/>
              </a:spcAft>
              <a:buClr>
                <a:schemeClr val="lt1"/>
              </a:buClr>
              <a:buSzPts val="1800"/>
              <a:buChar char="»"/>
              <a:defRPr/>
            </a:lvl5pPr>
            <a:lvl6pPr marL="2743200" lvl="5" indent="-342900" algn="l">
              <a:lnSpc>
                <a:spcPct val="90000"/>
              </a:lnSpc>
              <a:spcBef>
                <a:spcPts val="375"/>
              </a:spcBef>
              <a:spcAft>
                <a:spcPts val="0"/>
              </a:spcAft>
              <a:buClr>
                <a:schemeClr val="lt1"/>
              </a:buClr>
              <a:buSzPts val="1800"/>
              <a:buChar char="•"/>
              <a:defRPr/>
            </a:lvl6pPr>
            <a:lvl7pPr marL="3200400" lvl="6" indent="-342900" algn="l">
              <a:lnSpc>
                <a:spcPct val="90000"/>
              </a:lnSpc>
              <a:spcBef>
                <a:spcPts val="375"/>
              </a:spcBef>
              <a:spcAft>
                <a:spcPts val="0"/>
              </a:spcAft>
              <a:buClr>
                <a:schemeClr val="lt1"/>
              </a:buClr>
              <a:buSzPts val="1800"/>
              <a:buChar char="•"/>
              <a:defRPr/>
            </a:lvl7pPr>
            <a:lvl8pPr marL="3657600" lvl="7" indent="-342900" algn="l">
              <a:lnSpc>
                <a:spcPct val="90000"/>
              </a:lnSpc>
              <a:spcBef>
                <a:spcPts val="375"/>
              </a:spcBef>
              <a:spcAft>
                <a:spcPts val="0"/>
              </a:spcAft>
              <a:buClr>
                <a:schemeClr val="lt1"/>
              </a:buClr>
              <a:buSzPts val="1800"/>
              <a:buChar char="•"/>
              <a:defRPr/>
            </a:lvl8pPr>
            <a:lvl9pPr marL="4114800" lvl="8" indent="-342900" algn="l">
              <a:lnSpc>
                <a:spcPct val="90000"/>
              </a:lnSpc>
              <a:spcBef>
                <a:spcPts val="375"/>
              </a:spcBef>
              <a:spcAft>
                <a:spcPts val="0"/>
              </a:spcAft>
              <a:buClr>
                <a:schemeClr val="lt1"/>
              </a:buClr>
              <a:buSzPts val="1800"/>
              <a:buChar char="•"/>
              <a:defRPr/>
            </a:lvl9pPr>
          </a:lstStyle>
          <a:p/>
        </p:txBody>
      </p:sp>
      <p:sp>
        <p:nvSpPr>
          <p:cNvPr id="102" name="Google Shape;102;p12"/>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2"/>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2"/>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05" name="Shape 105"/>
        <p:cNvGrpSpPr/>
        <p:nvPr/>
      </p:nvGrpSpPr>
      <p:grpSpPr>
        <a:xfrm>
          <a:off x="0" y="0"/>
          <a:ext cx="0" cy="0"/>
          <a:chOff x="0" y="0"/>
          <a:chExt cx="0" cy="0"/>
        </a:xfrm>
      </p:grpSpPr>
      <p:sp>
        <p:nvSpPr>
          <p:cNvPr id="106" name="Google Shape;106;p13"/>
          <p:cNvSpPr txBox="1"/>
          <p:nvPr>
            <p:ph type="title"/>
          </p:nvPr>
        </p:nvSpPr>
        <p:spPr>
          <a:xfrm rot="5400000">
            <a:off x="5463778" y="1371601"/>
            <a:ext cx="4388644" cy="2057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3"/>
          <p:cNvSpPr txBox="1"/>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Autofit/>
          </a:bodyPr>
          <a:lstStyle>
            <a:lvl1pPr marL="457200" lvl="0" indent="-342900" algn="l">
              <a:spcBef>
                <a:spcPts val="270"/>
              </a:spcBef>
              <a:spcAft>
                <a:spcPts val="0"/>
              </a:spcAft>
              <a:buClr>
                <a:schemeClr val="lt1"/>
              </a:buClr>
              <a:buSzPts val="1800"/>
              <a:buChar char="•"/>
              <a:defRPr/>
            </a:lvl1pPr>
            <a:lvl2pPr marL="914400" lvl="1" indent="-342900" algn="l">
              <a:spcBef>
                <a:spcPts val="270"/>
              </a:spcBef>
              <a:spcAft>
                <a:spcPts val="0"/>
              </a:spcAft>
              <a:buClr>
                <a:schemeClr val="lt1"/>
              </a:buClr>
              <a:buSzPts val="1800"/>
              <a:buChar char="–"/>
              <a:defRPr/>
            </a:lvl2pPr>
            <a:lvl3pPr marL="1371600" lvl="2" indent="-342900" algn="l">
              <a:spcBef>
                <a:spcPts val="270"/>
              </a:spcBef>
              <a:spcAft>
                <a:spcPts val="0"/>
              </a:spcAft>
              <a:buClr>
                <a:schemeClr val="lt1"/>
              </a:buClr>
              <a:buSzPts val="1800"/>
              <a:buChar char="•"/>
              <a:defRPr/>
            </a:lvl3pPr>
            <a:lvl4pPr marL="1828800" lvl="3" indent="-342900" algn="l">
              <a:spcBef>
                <a:spcPts val="270"/>
              </a:spcBef>
              <a:spcAft>
                <a:spcPts val="0"/>
              </a:spcAft>
              <a:buClr>
                <a:schemeClr val="lt1"/>
              </a:buClr>
              <a:buSzPts val="1800"/>
              <a:buChar char="–"/>
              <a:defRPr/>
            </a:lvl4pPr>
            <a:lvl5pPr marL="2286000" lvl="4" indent="-342900" algn="l">
              <a:spcBef>
                <a:spcPts val="270"/>
              </a:spcBef>
              <a:spcAft>
                <a:spcPts val="0"/>
              </a:spcAft>
              <a:buClr>
                <a:schemeClr val="lt1"/>
              </a:buClr>
              <a:buSzPts val="1800"/>
              <a:buChar char="»"/>
              <a:defRPr/>
            </a:lvl5pPr>
            <a:lvl6pPr marL="2743200" lvl="5" indent="-342900" algn="l">
              <a:lnSpc>
                <a:spcPct val="90000"/>
              </a:lnSpc>
              <a:spcBef>
                <a:spcPts val="375"/>
              </a:spcBef>
              <a:spcAft>
                <a:spcPts val="0"/>
              </a:spcAft>
              <a:buClr>
                <a:schemeClr val="lt1"/>
              </a:buClr>
              <a:buSzPts val="1800"/>
              <a:buChar char="•"/>
              <a:defRPr/>
            </a:lvl6pPr>
            <a:lvl7pPr marL="3200400" lvl="6" indent="-342900" algn="l">
              <a:lnSpc>
                <a:spcPct val="90000"/>
              </a:lnSpc>
              <a:spcBef>
                <a:spcPts val="375"/>
              </a:spcBef>
              <a:spcAft>
                <a:spcPts val="0"/>
              </a:spcAft>
              <a:buClr>
                <a:schemeClr val="lt1"/>
              </a:buClr>
              <a:buSzPts val="1800"/>
              <a:buChar char="•"/>
              <a:defRPr/>
            </a:lvl7pPr>
            <a:lvl8pPr marL="3657600" lvl="7" indent="-342900" algn="l">
              <a:lnSpc>
                <a:spcPct val="90000"/>
              </a:lnSpc>
              <a:spcBef>
                <a:spcPts val="375"/>
              </a:spcBef>
              <a:spcAft>
                <a:spcPts val="0"/>
              </a:spcAft>
              <a:buClr>
                <a:schemeClr val="lt1"/>
              </a:buClr>
              <a:buSzPts val="1800"/>
              <a:buChar char="•"/>
              <a:defRPr/>
            </a:lvl8pPr>
            <a:lvl9pPr marL="4114800" lvl="8" indent="-342900" algn="l">
              <a:lnSpc>
                <a:spcPct val="90000"/>
              </a:lnSpc>
              <a:spcBef>
                <a:spcPts val="375"/>
              </a:spcBef>
              <a:spcAft>
                <a:spcPts val="0"/>
              </a:spcAft>
              <a:buClr>
                <a:schemeClr val="lt1"/>
              </a:buClr>
              <a:buSzPts val="1800"/>
              <a:buChar char="•"/>
              <a:defRPr/>
            </a:lvl9pPr>
          </a:lstStyle>
          <a:p/>
        </p:txBody>
      </p:sp>
      <p:sp>
        <p:nvSpPr>
          <p:cNvPr id="108" name="Google Shape;108;p13"/>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3"/>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3"/>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folHlink"/>
            </a:gs>
            <a:gs pos="100000">
              <a:schemeClr val="dk2"/>
            </a:gs>
          </a:gsLst>
          <a:lin ang="5400000" scaled="0"/>
        </a:gradFill>
        <a:effectLst/>
      </p:bgPr>
    </p:bg>
    <p:spTree>
      <p:nvGrpSpPr>
        <p:cNvPr id="9" name="Shape 9"/>
        <p:cNvGrpSpPr/>
        <p:nvPr/>
      </p:nvGrpSpPr>
      <p:grpSpPr>
        <a:xfrm>
          <a:off x="0" y="0"/>
          <a:ext cx="0" cy="0"/>
          <a:chOff x="0" y="0"/>
          <a:chExt cx="0" cy="0"/>
        </a:xfrm>
      </p:grpSpPr>
      <p:grpSp>
        <p:nvGrpSpPr>
          <p:cNvPr id="10" name="Google Shape;10;p1"/>
          <p:cNvGrpSpPr/>
          <p:nvPr/>
        </p:nvGrpSpPr>
        <p:grpSpPr>
          <a:xfrm>
            <a:off x="5266073" y="3060211"/>
            <a:ext cx="1393490" cy="1309383"/>
            <a:chOff x="2" y="2"/>
            <a:chExt cx="794" cy="975"/>
          </a:xfrm>
        </p:grpSpPr>
        <p:sp>
          <p:nvSpPr>
            <p:cNvPr id="11" name="Google Shape;11;p1"/>
            <p:cNvSpPr/>
            <p:nvPr/>
          </p:nvSpPr>
          <p:spPr>
            <a:xfrm>
              <a:off x="537" y="379"/>
              <a:ext cx="259" cy="451"/>
            </a:xfrm>
            <a:custGeom>
              <a:avLst/>
              <a:gdLst/>
              <a:ahLst/>
              <a:cxnLst/>
              <a:rect l="l" t="t" r="r" b="b"/>
              <a:pathLst>
                <a:path w="21600" h="21600" extrusionOk="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12" name="Google Shape;12;p1"/>
            <p:cNvSpPr/>
            <p:nvPr/>
          </p:nvSpPr>
          <p:spPr>
            <a:xfrm>
              <a:off x="272" y="460"/>
              <a:ext cx="250" cy="329"/>
            </a:xfrm>
            <a:custGeom>
              <a:avLst/>
              <a:gdLst/>
              <a:ahLst/>
              <a:cxnLst/>
              <a:rect l="l" t="t" r="r" b="b"/>
              <a:pathLst>
                <a:path w="21600" h="21600" extrusionOk="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13" name="Google Shape;13;p1"/>
            <p:cNvSpPr/>
            <p:nvPr/>
          </p:nvSpPr>
          <p:spPr>
            <a:xfrm>
              <a:off x="200" y="399"/>
              <a:ext cx="238" cy="313"/>
            </a:xfrm>
            <a:custGeom>
              <a:avLst/>
              <a:gdLst/>
              <a:ahLst/>
              <a:cxnLst/>
              <a:rect l="l" t="t" r="r" b="b"/>
              <a:pathLst>
                <a:path w="21600" h="21600" extrusionOk="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14" name="Google Shape;14;p1"/>
            <p:cNvSpPr/>
            <p:nvPr/>
          </p:nvSpPr>
          <p:spPr>
            <a:xfrm>
              <a:off x="469" y="299"/>
              <a:ext cx="112" cy="52"/>
            </a:xfrm>
            <a:custGeom>
              <a:avLst/>
              <a:gdLst/>
              <a:ahLst/>
              <a:cxnLst/>
              <a:rect l="l" t="t" r="r" b="b"/>
              <a:pathLst>
                <a:path w="21600" h="21600" extrusionOk="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15" name="Google Shape;15;p1"/>
            <p:cNvSpPr/>
            <p:nvPr/>
          </p:nvSpPr>
          <p:spPr>
            <a:xfrm>
              <a:off x="506" y="200"/>
              <a:ext cx="109" cy="63"/>
            </a:xfrm>
            <a:custGeom>
              <a:avLst/>
              <a:gdLst/>
              <a:ahLst/>
              <a:cxnLst/>
              <a:rect l="l" t="t" r="r" b="b"/>
              <a:pathLst>
                <a:path w="21600" h="21600" extrusionOk="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16" name="Google Shape;16;p1"/>
            <p:cNvSpPr/>
            <p:nvPr/>
          </p:nvSpPr>
          <p:spPr>
            <a:xfrm>
              <a:off x="358" y="2"/>
              <a:ext cx="118" cy="168"/>
            </a:xfrm>
            <a:custGeom>
              <a:avLst/>
              <a:gdLst/>
              <a:ahLst/>
              <a:cxnLst/>
              <a:rect l="l" t="t" r="r" b="b"/>
              <a:pathLst>
                <a:path w="21600" h="21600" extrusionOk="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17" name="Google Shape;17;p1"/>
            <p:cNvSpPr/>
            <p:nvPr/>
          </p:nvSpPr>
          <p:spPr>
            <a:xfrm>
              <a:off x="313" y="184"/>
              <a:ext cx="206" cy="127"/>
            </a:xfrm>
            <a:custGeom>
              <a:avLst/>
              <a:gdLst/>
              <a:ahLst/>
              <a:cxnLst/>
              <a:rect l="l" t="t" r="r" b="b"/>
              <a:pathLst>
                <a:path w="21600" h="21600" extrusionOk="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18" name="Google Shape;18;p1"/>
            <p:cNvSpPr/>
            <p:nvPr/>
          </p:nvSpPr>
          <p:spPr>
            <a:xfrm>
              <a:off x="73" y="63"/>
              <a:ext cx="278" cy="107"/>
            </a:xfrm>
            <a:custGeom>
              <a:avLst/>
              <a:gdLst/>
              <a:ahLst/>
              <a:cxnLst/>
              <a:rect l="l" t="t" r="r" b="b"/>
              <a:pathLst>
                <a:path w="21600" h="21600" extrusionOk="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19" name="Google Shape;19;p1"/>
            <p:cNvSpPr/>
            <p:nvPr/>
          </p:nvSpPr>
          <p:spPr>
            <a:xfrm>
              <a:off x="2" y="494"/>
              <a:ext cx="370" cy="483"/>
            </a:xfrm>
            <a:custGeom>
              <a:avLst/>
              <a:gdLst/>
              <a:ahLst/>
              <a:cxnLst/>
              <a:rect l="l" t="t" r="r" b="b"/>
              <a:pathLst>
                <a:path w="21600" h="21600" extrusionOk="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grpSp>
      <p:sp>
        <p:nvSpPr>
          <p:cNvPr id="20" name="Google Shape;20;p1"/>
          <p:cNvSpPr/>
          <p:nvPr/>
        </p:nvSpPr>
        <p:spPr>
          <a:xfrm>
            <a:off x="2130425" y="3562350"/>
            <a:ext cx="7013575" cy="1601391"/>
          </a:xfrm>
          <a:custGeom>
            <a:avLst/>
            <a:gdLst/>
            <a:ahLst/>
            <a:cxnLst/>
            <a:rect l="l" t="t" r="r" b="b"/>
            <a:pathLst>
              <a:path w="21600" h="21600" extrusionOk="0">
                <a:moveTo>
                  <a:pt x="0" y="21403"/>
                </a:moveTo>
                <a:lnTo>
                  <a:pt x="21600" y="0"/>
                </a:lnTo>
                <a:lnTo>
                  <a:pt x="21600" y="21600"/>
                </a:lnTo>
                <a:lnTo>
                  <a:pt x="0" y="21403"/>
                </a:lnTo>
              </a:path>
            </a:pathLst>
          </a:custGeom>
          <a:solidFill>
            <a:schemeClr val="folHlink"/>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Arial"/>
              <a:ea typeface="Arial"/>
              <a:cs typeface="Arial"/>
              <a:sym typeface="Arial"/>
            </a:endParaRPr>
          </a:p>
        </p:txBody>
      </p:sp>
      <p:sp>
        <p:nvSpPr>
          <p:cNvPr id="21" name="Google Shape;21;p1"/>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36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36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36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36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36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36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3600" b="0" i="0" u="none" strike="noStrike" cap="none">
                <a:solidFill>
                  <a:schemeClr val="lt1"/>
                </a:solidFill>
                <a:latin typeface="Arial"/>
                <a:ea typeface="Arial"/>
                <a:cs typeface="Arial"/>
                <a:sym typeface="Arial"/>
              </a:defRPr>
            </a:lvl9pPr>
          </a:lstStyle>
          <a:p/>
        </p:txBody>
      </p:sp>
      <p:sp>
        <p:nvSpPr>
          <p:cNvPr id="22" name="Google Shape;22;p1"/>
          <p:cNvSpPr txBox="1"/>
          <p:nvPr>
            <p:ph type="body" idx="1"/>
          </p:nvPr>
        </p:nvSpPr>
        <p:spPr>
          <a:xfrm>
            <a:off x="457200" y="1200150"/>
            <a:ext cx="8229600" cy="3394472"/>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36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1pPr>
            <a:lvl2pPr marL="914400" marR="0" lvl="1" indent="-361950" algn="l" rtl="0">
              <a:spcBef>
                <a:spcPts val="315"/>
              </a:spcBef>
              <a:spcAft>
                <a:spcPts val="0"/>
              </a:spcAft>
              <a:buClr>
                <a:schemeClr val="lt1"/>
              </a:buClr>
              <a:buSzPts val="2100"/>
              <a:buFont typeface="Arial"/>
              <a:buChar char="–"/>
              <a:defRPr sz="2100" b="0" i="0" u="none" strike="noStrike" cap="none">
                <a:solidFill>
                  <a:schemeClr val="lt1"/>
                </a:solidFill>
                <a:latin typeface="Arial"/>
                <a:ea typeface="Arial"/>
                <a:cs typeface="Arial"/>
                <a:sym typeface="Arial"/>
              </a:defRPr>
            </a:lvl2pPr>
            <a:lvl3pPr marL="1371600" marR="0" lvl="2" indent="-342900" algn="l" rtl="0">
              <a:spcBef>
                <a:spcPts val="27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3pPr>
            <a:lvl4pPr marL="1828800" marR="0" lvl="3" indent="-323850" algn="l" rtl="0">
              <a:spcBef>
                <a:spcPts val="225"/>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4pPr>
            <a:lvl5pPr marL="2286000" marR="0" lvl="4" indent="-323850" algn="l" rtl="0">
              <a:spcBef>
                <a:spcPts val="225"/>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5pPr>
            <a:lvl6pPr marL="2743200" marR="0" lvl="5" indent="-314325" algn="l" rtl="0">
              <a:lnSpc>
                <a:spcPct val="90000"/>
              </a:lnSpc>
              <a:spcBef>
                <a:spcPts val="37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6pPr>
            <a:lvl7pPr marL="3200400" marR="0" lvl="6" indent="-314325" algn="l" rtl="0">
              <a:lnSpc>
                <a:spcPct val="90000"/>
              </a:lnSpc>
              <a:spcBef>
                <a:spcPts val="37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7pPr>
            <a:lvl8pPr marL="3657600" marR="0" lvl="7" indent="-314325" algn="l" rtl="0">
              <a:lnSpc>
                <a:spcPct val="90000"/>
              </a:lnSpc>
              <a:spcBef>
                <a:spcPts val="37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8pPr>
            <a:lvl9pPr marL="4114800" marR="0" lvl="8" indent="-314325" algn="l" rtl="0">
              <a:lnSpc>
                <a:spcPct val="90000"/>
              </a:lnSpc>
              <a:spcBef>
                <a:spcPts val="375"/>
              </a:spcBef>
              <a:spcAft>
                <a:spcPts val="0"/>
              </a:spcAft>
              <a:buClr>
                <a:schemeClr val="lt1"/>
              </a:buClr>
              <a:buSzPts val="1350"/>
              <a:buFont typeface="Arial"/>
              <a:buChar char="•"/>
              <a:defRPr sz="1350" b="0" i="0" u="none" strike="noStrike" cap="none">
                <a:solidFill>
                  <a:schemeClr val="lt1"/>
                </a:solidFill>
                <a:latin typeface="Arial"/>
                <a:ea typeface="Arial"/>
                <a:cs typeface="Arial"/>
                <a:sym typeface="Arial"/>
              </a:defRPr>
            </a:lvl9pPr>
          </a:lstStyle>
          <a:p/>
        </p:txBody>
      </p:sp>
      <p:sp>
        <p:nvSpPr>
          <p:cNvPr id="23" name="Google Shape;23;p1"/>
          <p:cNvSpPr txBox="1"/>
          <p:nvPr>
            <p:ph type="dt" idx="10"/>
          </p:nvPr>
        </p:nvSpPr>
        <p:spPr>
          <a:xfrm>
            <a:off x="457200" y="4683919"/>
            <a:ext cx="2133600" cy="3571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5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p:txBody>
      </p:sp>
      <p:sp>
        <p:nvSpPr>
          <p:cNvPr id="24" name="Google Shape;24;p1"/>
          <p:cNvSpPr txBox="1"/>
          <p:nvPr>
            <p:ph type="ftr" idx="11"/>
          </p:nvPr>
        </p:nvSpPr>
        <p:spPr>
          <a:xfrm>
            <a:off x="3124200" y="4683919"/>
            <a:ext cx="2895600" cy="357188"/>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05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p:txBody>
      </p:sp>
      <p:sp>
        <p:nvSpPr>
          <p:cNvPr id="25" name="Google Shape;25;p1"/>
          <p:cNvSpPr txBox="1"/>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pic>
        <p:nvPicPr>
          <p:cNvPr id="116" name="Google Shape;116;p14" descr="Beautify as image"/>
          <p:cNvPicPr preferRelativeResize="0"/>
          <p:nvPr/>
        </p:nvPicPr>
        <p:blipFill>
          <a:blip r:embed="rId1"/>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21" name="Shape 121"/>
        <p:cNvGrpSpPr/>
        <p:nvPr/>
      </p:nvGrpSpPr>
      <p:grpSpPr>
        <a:xfrm>
          <a:off x="0" y="0"/>
          <a:ext cx="0" cy="0"/>
          <a:chOff x="0" y="0"/>
          <a:chExt cx="0" cy="0"/>
        </a:xfrm>
      </p:grpSpPr>
      <p:sp>
        <p:nvSpPr>
          <p:cNvPr id="122" name="Google Shape;122;p15"/>
          <p:cNvSpPr/>
          <p:nvPr/>
        </p:nvSpPr>
        <p:spPr>
          <a:xfrm>
            <a:off x="0" y="0"/>
            <a:ext cx="2926080" cy="5143500"/>
          </a:xfrm>
          <a:prstGeom prst="rect">
            <a:avLst/>
          </a:prstGeom>
          <a:solidFill>
            <a:srgbClr val="0A1628"/>
          </a:solidFill>
          <a:ln w="12700" cap="flat" cmpd="sng">
            <a:solidFill>
              <a:srgbClr val="0A162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 name="Google Shape;123;p15"/>
          <p:cNvSpPr/>
          <p:nvPr/>
        </p:nvSpPr>
        <p:spPr>
          <a:xfrm>
            <a:off x="182880" y="457200"/>
            <a:ext cx="25603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D4FF"/>
              </a:buClr>
              <a:buSzPts val="1300"/>
              <a:buFont typeface="Calibri"/>
              <a:buNone/>
            </a:pPr>
            <a:r>
              <a:rPr lang="en-US" sz="1300" b="1">
                <a:solidFill>
                  <a:srgbClr val="00D4FF"/>
                </a:solidFill>
                <a:latin typeface="Calibri"/>
                <a:ea typeface="Calibri"/>
                <a:cs typeface="Calibri"/>
                <a:sym typeface="Calibri"/>
              </a:rPr>
              <a:t>AGENDA</a:t>
            </a:r>
            <a:endParaRPr sz="1300">
              <a:solidFill>
                <a:schemeClr val="lt1"/>
              </a:solidFill>
              <a:latin typeface="Arial"/>
              <a:ea typeface="Arial"/>
              <a:cs typeface="Arial"/>
              <a:sym typeface="Arial"/>
            </a:endParaRPr>
          </a:p>
        </p:txBody>
      </p:sp>
      <p:sp>
        <p:nvSpPr>
          <p:cNvPr id="124" name="Google Shape;124;p15"/>
          <p:cNvSpPr/>
          <p:nvPr/>
        </p:nvSpPr>
        <p:spPr>
          <a:xfrm>
            <a:off x="182880" y="1005840"/>
            <a:ext cx="256032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800"/>
              <a:buFont typeface="Cambria"/>
              <a:buNone/>
            </a:pPr>
            <a:r>
              <a:rPr lang="en-US" sz="2800" b="1">
                <a:solidFill>
                  <a:srgbClr val="FFFFFF"/>
                </a:solidFill>
                <a:latin typeface="Cambria"/>
                <a:ea typeface="Cambria"/>
                <a:cs typeface="Cambria"/>
                <a:sym typeface="Cambria"/>
              </a:rPr>
              <a:t>Topics</a:t>
            </a:r>
            <a:endParaRPr sz="2800">
              <a:solidFill>
                <a:schemeClr val="lt1"/>
              </a:solidFill>
              <a:latin typeface="Arial"/>
              <a:ea typeface="Arial"/>
              <a:cs typeface="Arial"/>
              <a:sym typeface="Arial"/>
            </a:endParaRPr>
          </a:p>
          <a:p>
            <a:pPr marL="0" marR="0" lvl="0" indent="0" algn="ctr" rtl="0">
              <a:spcBef>
                <a:spcPts val="0"/>
              </a:spcBef>
              <a:spcAft>
                <a:spcPts val="0"/>
              </a:spcAft>
              <a:buClr>
                <a:srgbClr val="FFFFFF"/>
              </a:buClr>
              <a:buSzPts val="2800"/>
              <a:buFont typeface="Cambria"/>
              <a:buNone/>
            </a:pPr>
            <a:r>
              <a:rPr lang="en-US" sz="2800" b="1">
                <a:solidFill>
                  <a:srgbClr val="FFFFFF"/>
                </a:solidFill>
                <a:latin typeface="Cambria"/>
                <a:ea typeface="Cambria"/>
                <a:cs typeface="Cambria"/>
                <a:sym typeface="Cambria"/>
              </a:rPr>
              <a:t>Covered</a:t>
            </a:r>
            <a:endParaRPr sz="2800">
              <a:solidFill>
                <a:schemeClr val="lt1"/>
              </a:solidFill>
              <a:latin typeface="Arial"/>
              <a:ea typeface="Arial"/>
              <a:cs typeface="Arial"/>
              <a:sym typeface="Arial"/>
            </a:endParaRPr>
          </a:p>
        </p:txBody>
      </p:sp>
      <p:sp>
        <p:nvSpPr>
          <p:cNvPr id="125" name="Google Shape;125;p15"/>
          <p:cNvSpPr/>
          <p:nvPr/>
        </p:nvSpPr>
        <p:spPr>
          <a:xfrm>
            <a:off x="3108960" y="457200"/>
            <a:ext cx="5669280" cy="713232"/>
          </a:xfrm>
          <a:prstGeom prst="roundRect">
            <a:avLst>
              <a:gd name="adj" fmla="val 6410"/>
            </a:avLst>
          </a:prstGeom>
          <a:solidFill>
            <a:srgbClr val="FFFFFF"/>
          </a:solidFill>
          <a:ln w="12700" cap="flat" cmpd="sng">
            <a:solidFill>
              <a:srgbClr val="E2E8F0"/>
            </a:solidFill>
            <a:prstDash val="solid"/>
            <a:round/>
            <a:headEnd type="none" w="sm" len="sm"/>
            <a:tailEnd type="none" w="sm" len="sm"/>
          </a:ln>
          <a:effectLst>
            <a:outerShdw blurRad="101600" dist="25400" dir="27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 name="Google Shape;126;p15"/>
          <p:cNvSpPr/>
          <p:nvPr/>
        </p:nvSpPr>
        <p:spPr>
          <a:xfrm>
            <a:off x="3154680" y="530352"/>
            <a:ext cx="457200" cy="566928"/>
          </a:xfrm>
          <a:prstGeom prst="roundRect">
            <a:avLst>
              <a:gd name="adj" fmla="val 8000"/>
            </a:avLst>
          </a:prstGeom>
          <a:solidFill>
            <a:srgbClr val="00D4FF"/>
          </a:solidFill>
          <a:ln w="12700" cap="flat" cmpd="sng">
            <a:solidFill>
              <a:srgbClr val="00D4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15"/>
          <p:cNvSpPr/>
          <p:nvPr/>
        </p:nvSpPr>
        <p:spPr>
          <a:xfrm>
            <a:off x="3154680" y="530352"/>
            <a:ext cx="457200"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mbria"/>
              <a:buNone/>
            </a:pPr>
            <a:r>
              <a:rPr lang="en-US" sz="1300" b="1">
                <a:solidFill>
                  <a:srgbClr val="FFFFFF"/>
                </a:solidFill>
                <a:latin typeface="Cambria"/>
                <a:ea typeface="Cambria"/>
                <a:cs typeface="Cambria"/>
                <a:sym typeface="Cambria"/>
              </a:rPr>
              <a:t>01</a:t>
            </a:r>
            <a:endParaRPr sz="1300">
              <a:solidFill>
                <a:schemeClr val="lt1"/>
              </a:solidFill>
              <a:latin typeface="Arial"/>
              <a:ea typeface="Arial"/>
              <a:cs typeface="Arial"/>
              <a:sym typeface="Arial"/>
            </a:endParaRPr>
          </a:p>
        </p:txBody>
      </p:sp>
      <p:sp>
        <p:nvSpPr>
          <p:cNvPr id="128" name="Google Shape;128;p15"/>
          <p:cNvSpPr/>
          <p:nvPr/>
        </p:nvSpPr>
        <p:spPr>
          <a:xfrm>
            <a:off x="3703320" y="457200"/>
            <a:ext cx="49377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Calibri"/>
              <a:buNone/>
            </a:pPr>
            <a:r>
              <a:rPr lang="en-US" sz="1400">
                <a:solidFill>
                  <a:srgbClr val="1E293B"/>
                </a:solidFill>
                <a:latin typeface="Calibri"/>
                <a:ea typeface="Calibri"/>
                <a:cs typeface="Calibri"/>
                <a:sym typeface="Calibri"/>
              </a:rPr>
              <a:t>Introduction to Multimedia Data Mining</a:t>
            </a:r>
            <a:endParaRPr sz="1400">
              <a:solidFill>
                <a:schemeClr val="lt1"/>
              </a:solidFill>
              <a:latin typeface="Arial"/>
              <a:ea typeface="Arial"/>
              <a:cs typeface="Arial"/>
              <a:sym typeface="Arial"/>
            </a:endParaRPr>
          </a:p>
        </p:txBody>
      </p:sp>
      <p:sp>
        <p:nvSpPr>
          <p:cNvPr id="129" name="Google Shape;129;p15"/>
          <p:cNvSpPr/>
          <p:nvPr/>
        </p:nvSpPr>
        <p:spPr>
          <a:xfrm>
            <a:off x="3108960" y="1325880"/>
            <a:ext cx="5669280" cy="713232"/>
          </a:xfrm>
          <a:prstGeom prst="roundRect">
            <a:avLst>
              <a:gd name="adj" fmla="val 6410"/>
            </a:avLst>
          </a:prstGeom>
          <a:solidFill>
            <a:srgbClr val="FFFFFF"/>
          </a:solidFill>
          <a:ln w="12700" cap="flat" cmpd="sng">
            <a:solidFill>
              <a:srgbClr val="E2E8F0"/>
            </a:solidFill>
            <a:prstDash val="solid"/>
            <a:round/>
            <a:headEnd type="none" w="sm" len="sm"/>
            <a:tailEnd type="none" w="sm" len="sm"/>
          </a:ln>
          <a:effectLst>
            <a:outerShdw blurRad="101600" dist="25400" dir="27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 name="Google Shape;130;p15"/>
          <p:cNvSpPr/>
          <p:nvPr/>
        </p:nvSpPr>
        <p:spPr>
          <a:xfrm>
            <a:off x="3154680" y="1399032"/>
            <a:ext cx="457200" cy="566928"/>
          </a:xfrm>
          <a:prstGeom prst="roundRect">
            <a:avLst>
              <a:gd name="adj" fmla="val 8000"/>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 name="Google Shape;131;p15"/>
          <p:cNvSpPr/>
          <p:nvPr/>
        </p:nvSpPr>
        <p:spPr>
          <a:xfrm>
            <a:off x="3154680" y="1399032"/>
            <a:ext cx="457200"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mbria"/>
              <a:buNone/>
            </a:pPr>
            <a:r>
              <a:rPr lang="en-US" sz="1300" b="1">
                <a:solidFill>
                  <a:srgbClr val="FFFFFF"/>
                </a:solidFill>
                <a:latin typeface="Cambria"/>
                <a:ea typeface="Cambria"/>
                <a:cs typeface="Cambria"/>
                <a:sym typeface="Cambria"/>
              </a:rPr>
              <a:t>02</a:t>
            </a:r>
            <a:endParaRPr sz="1300">
              <a:solidFill>
                <a:schemeClr val="lt1"/>
              </a:solidFill>
              <a:latin typeface="Arial"/>
              <a:ea typeface="Arial"/>
              <a:cs typeface="Arial"/>
              <a:sym typeface="Arial"/>
            </a:endParaRPr>
          </a:p>
        </p:txBody>
      </p:sp>
      <p:sp>
        <p:nvSpPr>
          <p:cNvPr id="132" name="Google Shape;132;p15"/>
          <p:cNvSpPr/>
          <p:nvPr/>
        </p:nvSpPr>
        <p:spPr>
          <a:xfrm>
            <a:off x="3703320" y="1325880"/>
            <a:ext cx="49377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Calibri"/>
              <a:buNone/>
            </a:pPr>
            <a:r>
              <a:rPr lang="en-US" sz="1400">
                <a:solidFill>
                  <a:srgbClr val="1E293B"/>
                </a:solidFill>
                <a:latin typeface="Calibri"/>
                <a:ea typeface="Calibri"/>
                <a:cs typeface="Calibri"/>
                <a:sym typeface="Calibri"/>
              </a:rPr>
              <a:t>Types of Multimedia Data</a:t>
            </a:r>
            <a:endParaRPr sz="1400">
              <a:solidFill>
                <a:schemeClr val="lt1"/>
              </a:solidFill>
              <a:latin typeface="Arial"/>
              <a:ea typeface="Arial"/>
              <a:cs typeface="Arial"/>
              <a:sym typeface="Arial"/>
            </a:endParaRPr>
          </a:p>
        </p:txBody>
      </p:sp>
      <p:sp>
        <p:nvSpPr>
          <p:cNvPr id="133" name="Google Shape;133;p15"/>
          <p:cNvSpPr/>
          <p:nvPr/>
        </p:nvSpPr>
        <p:spPr>
          <a:xfrm>
            <a:off x="3108960" y="2194560"/>
            <a:ext cx="5669280" cy="713232"/>
          </a:xfrm>
          <a:prstGeom prst="roundRect">
            <a:avLst>
              <a:gd name="adj" fmla="val 6410"/>
            </a:avLst>
          </a:prstGeom>
          <a:solidFill>
            <a:srgbClr val="FFFFFF"/>
          </a:solidFill>
          <a:ln w="12700" cap="flat" cmpd="sng">
            <a:solidFill>
              <a:srgbClr val="E2E8F0"/>
            </a:solidFill>
            <a:prstDash val="solid"/>
            <a:round/>
            <a:headEnd type="none" w="sm" len="sm"/>
            <a:tailEnd type="none" w="sm" len="sm"/>
          </a:ln>
          <a:effectLst>
            <a:outerShdw blurRad="101600" dist="25400" dir="27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 name="Google Shape;134;p15"/>
          <p:cNvSpPr/>
          <p:nvPr/>
        </p:nvSpPr>
        <p:spPr>
          <a:xfrm>
            <a:off x="3154680" y="2267712"/>
            <a:ext cx="457200" cy="566928"/>
          </a:xfrm>
          <a:prstGeom prst="roundRect">
            <a:avLst>
              <a:gd name="adj" fmla="val 8000"/>
            </a:avLst>
          </a:prstGeom>
          <a:solidFill>
            <a:srgbClr val="00D4FF"/>
          </a:solidFill>
          <a:ln w="12700" cap="flat" cmpd="sng">
            <a:solidFill>
              <a:srgbClr val="00D4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 name="Google Shape;135;p15"/>
          <p:cNvSpPr/>
          <p:nvPr/>
        </p:nvSpPr>
        <p:spPr>
          <a:xfrm>
            <a:off x="3154680" y="2267712"/>
            <a:ext cx="457200"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mbria"/>
              <a:buNone/>
            </a:pPr>
            <a:r>
              <a:rPr lang="en-US" sz="1300" b="1">
                <a:solidFill>
                  <a:srgbClr val="FFFFFF"/>
                </a:solidFill>
                <a:latin typeface="Cambria"/>
                <a:ea typeface="Cambria"/>
                <a:cs typeface="Cambria"/>
                <a:sym typeface="Cambria"/>
              </a:rPr>
              <a:t>03</a:t>
            </a:r>
            <a:endParaRPr sz="1300">
              <a:solidFill>
                <a:schemeClr val="lt1"/>
              </a:solidFill>
              <a:latin typeface="Arial"/>
              <a:ea typeface="Arial"/>
              <a:cs typeface="Arial"/>
              <a:sym typeface="Arial"/>
            </a:endParaRPr>
          </a:p>
        </p:txBody>
      </p:sp>
      <p:sp>
        <p:nvSpPr>
          <p:cNvPr id="136" name="Google Shape;136;p15"/>
          <p:cNvSpPr/>
          <p:nvPr/>
        </p:nvSpPr>
        <p:spPr>
          <a:xfrm>
            <a:off x="3703320" y="2194560"/>
            <a:ext cx="49377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Calibri"/>
              <a:buNone/>
            </a:pPr>
            <a:r>
              <a:rPr lang="en-US" sz="1400">
                <a:solidFill>
                  <a:srgbClr val="1E293B"/>
                </a:solidFill>
                <a:latin typeface="Calibri"/>
                <a:ea typeface="Calibri"/>
                <a:cs typeface="Calibri"/>
                <a:sym typeface="Calibri"/>
              </a:rPr>
              <a:t>Key Techniques &amp; Algorithms</a:t>
            </a:r>
            <a:endParaRPr sz="1400">
              <a:solidFill>
                <a:schemeClr val="lt1"/>
              </a:solidFill>
              <a:latin typeface="Arial"/>
              <a:ea typeface="Arial"/>
              <a:cs typeface="Arial"/>
              <a:sym typeface="Arial"/>
            </a:endParaRPr>
          </a:p>
        </p:txBody>
      </p:sp>
      <p:sp>
        <p:nvSpPr>
          <p:cNvPr id="137" name="Google Shape;137;p15"/>
          <p:cNvSpPr/>
          <p:nvPr/>
        </p:nvSpPr>
        <p:spPr>
          <a:xfrm>
            <a:off x="3108960" y="3063240"/>
            <a:ext cx="5669280" cy="713232"/>
          </a:xfrm>
          <a:prstGeom prst="roundRect">
            <a:avLst>
              <a:gd name="adj" fmla="val 6410"/>
            </a:avLst>
          </a:prstGeom>
          <a:solidFill>
            <a:srgbClr val="FFFFFF"/>
          </a:solidFill>
          <a:ln w="12700" cap="flat" cmpd="sng">
            <a:solidFill>
              <a:srgbClr val="E2E8F0"/>
            </a:solidFill>
            <a:prstDash val="solid"/>
            <a:round/>
            <a:headEnd type="none" w="sm" len="sm"/>
            <a:tailEnd type="none" w="sm" len="sm"/>
          </a:ln>
          <a:effectLst>
            <a:outerShdw blurRad="101600" dist="25400" dir="27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15"/>
          <p:cNvSpPr/>
          <p:nvPr/>
        </p:nvSpPr>
        <p:spPr>
          <a:xfrm>
            <a:off x="3154680" y="3136392"/>
            <a:ext cx="457200" cy="566928"/>
          </a:xfrm>
          <a:prstGeom prst="roundRect">
            <a:avLst>
              <a:gd name="adj" fmla="val 8000"/>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15"/>
          <p:cNvSpPr/>
          <p:nvPr/>
        </p:nvSpPr>
        <p:spPr>
          <a:xfrm>
            <a:off x="3154680" y="3136392"/>
            <a:ext cx="457200"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mbria"/>
              <a:buNone/>
            </a:pPr>
            <a:r>
              <a:rPr lang="en-US" sz="1300" b="1">
                <a:solidFill>
                  <a:srgbClr val="FFFFFF"/>
                </a:solidFill>
                <a:latin typeface="Cambria"/>
                <a:ea typeface="Cambria"/>
                <a:cs typeface="Cambria"/>
                <a:sym typeface="Cambria"/>
              </a:rPr>
              <a:t>04</a:t>
            </a:r>
            <a:endParaRPr sz="1300">
              <a:solidFill>
                <a:schemeClr val="lt1"/>
              </a:solidFill>
              <a:latin typeface="Arial"/>
              <a:ea typeface="Arial"/>
              <a:cs typeface="Arial"/>
              <a:sym typeface="Arial"/>
            </a:endParaRPr>
          </a:p>
        </p:txBody>
      </p:sp>
      <p:sp>
        <p:nvSpPr>
          <p:cNvPr id="140" name="Google Shape;140;p15"/>
          <p:cNvSpPr/>
          <p:nvPr/>
        </p:nvSpPr>
        <p:spPr>
          <a:xfrm>
            <a:off x="3703320" y="3063240"/>
            <a:ext cx="49377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Calibri"/>
              <a:buNone/>
            </a:pPr>
            <a:r>
              <a:rPr lang="en-US" sz="1400">
                <a:solidFill>
                  <a:srgbClr val="1E293B"/>
                </a:solidFill>
                <a:latin typeface="Calibri"/>
                <a:ea typeface="Calibri"/>
                <a:cs typeface="Calibri"/>
                <a:sym typeface="Calibri"/>
              </a:rPr>
              <a:t>Applications &amp; Use Cases</a:t>
            </a:r>
            <a:endParaRPr sz="1400">
              <a:solidFill>
                <a:schemeClr val="lt1"/>
              </a:solidFill>
              <a:latin typeface="Arial"/>
              <a:ea typeface="Arial"/>
              <a:cs typeface="Arial"/>
              <a:sym typeface="Arial"/>
            </a:endParaRPr>
          </a:p>
        </p:txBody>
      </p:sp>
      <p:sp>
        <p:nvSpPr>
          <p:cNvPr id="141" name="Google Shape;141;p15"/>
          <p:cNvSpPr/>
          <p:nvPr/>
        </p:nvSpPr>
        <p:spPr>
          <a:xfrm>
            <a:off x="3108960" y="3931920"/>
            <a:ext cx="5669280" cy="713232"/>
          </a:xfrm>
          <a:prstGeom prst="roundRect">
            <a:avLst>
              <a:gd name="adj" fmla="val 6410"/>
            </a:avLst>
          </a:prstGeom>
          <a:solidFill>
            <a:srgbClr val="FFFFFF"/>
          </a:solidFill>
          <a:ln w="12700" cap="flat" cmpd="sng">
            <a:solidFill>
              <a:srgbClr val="E2E8F0"/>
            </a:solidFill>
            <a:prstDash val="solid"/>
            <a:round/>
            <a:headEnd type="none" w="sm" len="sm"/>
            <a:tailEnd type="none" w="sm" len="sm"/>
          </a:ln>
          <a:effectLst>
            <a:outerShdw blurRad="101600" dist="25400" dir="27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 name="Google Shape;142;p15"/>
          <p:cNvSpPr/>
          <p:nvPr/>
        </p:nvSpPr>
        <p:spPr>
          <a:xfrm>
            <a:off x="3154680" y="4005072"/>
            <a:ext cx="457200" cy="566928"/>
          </a:xfrm>
          <a:prstGeom prst="roundRect">
            <a:avLst>
              <a:gd name="adj" fmla="val 8000"/>
            </a:avLst>
          </a:prstGeom>
          <a:solidFill>
            <a:srgbClr val="00D4FF"/>
          </a:solidFill>
          <a:ln w="12700" cap="flat" cmpd="sng">
            <a:solidFill>
              <a:srgbClr val="00D4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143;p15"/>
          <p:cNvSpPr/>
          <p:nvPr/>
        </p:nvSpPr>
        <p:spPr>
          <a:xfrm>
            <a:off x="3154680" y="4005072"/>
            <a:ext cx="457200"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mbria"/>
              <a:buNone/>
            </a:pPr>
            <a:r>
              <a:rPr lang="en-US" sz="1300" b="1">
                <a:solidFill>
                  <a:srgbClr val="FFFFFF"/>
                </a:solidFill>
                <a:latin typeface="Cambria"/>
                <a:ea typeface="Cambria"/>
                <a:cs typeface="Cambria"/>
                <a:sym typeface="Cambria"/>
              </a:rPr>
              <a:t>05</a:t>
            </a:r>
            <a:endParaRPr sz="1300">
              <a:solidFill>
                <a:schemeClr val="lt1"/>
              </a:solidFill>
              <a:latin typeface="Arial"/>
              <a:ea typeface="Arial"/>
              <a:cs typeface="Arial"/>
              <a:sym typeface="Arial"/>
            </a:endParaRPr>
          </a:p>
        </p:txBody>
      </p:sp>
      <p:sp>
        <p:nvSpPr>
          <p:cNvPr id="144" name="Google Shape;144;p15"/>
          <p:cNvSpPr/>
          <p:nvPr/>
        </p:nvSpPr>
        <p:spPr>
          <a:xfrm>
            <a:off x="3703320" y="3931920"/>
            <a:ext cx="49377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Calibri"/>
              <a:buNone/>
            </a:pPr>
            <a:r>
              <a:rPr lang="en-US" sz="1400">
                <a:solidFill>
                  <a:srgbClr val="1E293B"/>
                </a:solidFill>
                <a:latin typeface="Calibri"/>
                <a:ea typeface="Calibri"/>
                <a:cs typeface="Calibri"/>
                <a:sym typeface="Calibri"/>
              </a:rPr>
              <a:t>Challenges &amp; Future Trends</a:t>
            </a:r>
            <a:endParaRPr sz="1400">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49" name="Shape 149"/>
        <p:cNvGrpSpPr/>
        <p:nvPr/>
      </p:nvGrpSpPr>
      <p:grpSpPr>
        <a:xfrm>
          <a:off x="0" y="0"/>
          <a:ext cx="0" cy="0"/>
          <a:chOff x="0" y="0"/>
          <a:chExt cx="0" cy="0"/>
        </a:xfrm>
      </p:grpSpPr>
      <p:sp>
        <p:nvSpPr>
          <p:cNvPr id="150" name="Google Shape;150;p16"/>
          <p:cNvSpPr/>
          <p:nvPr/>
        </p:nvSpPr>
        <p:spPr>
          <a:xfrm>
            <a:off x="365760" y="182880"/>
            <a:ext cx="1371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C3AED"/>
              </a:buClr>
              <a:buSzPts val="1100"/>
              <a:buFont typeface="Calibri"/>
              <a:buNone/>
            </a:pPr>
            <a:r>
              <a:rPr lang="en-US" sz="1100" b="1">
                <a:solidFill>
                  <a:srgbClr val="7C3AED"/>
                </a:solidFill>
                <a:latin typeface="Calibri"/>
                <a:ea typeface="Calibri"/>
                <a:cs typeface="Calibri"/>
                <a:sym typeface="Calibri"/>
              </a:rPr>
              <a:t>01</a:t>
            </a:r>
            <a:endParaRPr sz="1100">
              <a:solidFill>
                <a:schemeClr val="lt1"/>
              </a:solidFill>
              <a:latin typeface="Arial"/>
              <a:ea typeface="Arial"/>
              <a:cs typeface="Arial"/>
              <a:sym typeface="Arial"/>
            </a:endParaRPr>
          </a:p>
        </p:txBody>
      </p:sp>
      <p:sp>
        <p:nvSpPr>
          <p:cNvPr id="151" name="Google Shape;151;p16"/>
          <p:cNvSpPr/>
          <p:nvPr/>
        </p:nvSpPr>
        <p:spPr>
          <a:xfrm>
            <a:off x="365760" y="502920"/>
            <a:ext cx="841248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400"/>
              <a:buFont typeface="Cambria"/>
              <a:buNone/>
            </a:pPr>
            <a:r>
              <a:rPr lang="en-US" sz="3400" b="1">
                <a:solidFill>
                  <a:srgbClr val="FFFFFF"/>
                </a:solidFill>
                <a:latin typeface="Cambria"/>
                <a:ea typeface="Cambria"/>
                <a:cs typeface="Cambria"/>
                <a:sym typeface="Cambria"/>
              </a:rPr>
              <a:t>What is Multimedia Data Mining?</a:t>
            </a:r>
            <a:endParaRPr sz="3400">
              <a:solidFill>
                <a:schemeClr val="lt1"/>
              </a:solidFill>
              <a:latin typeface="Arial"/>
              <a:ea typeface="Arial"/>
              <a:cs typeface="Arial"/>
              <a:sym typeface="Arial"/>
            </a:endParaRPr>
          </a:p>
        </p:txBody>
      </p:sp>
      <p:sp>
        <p:nvSpPr>
          <p:cNvPr id="152" name="Google Shape;152;p16"/>
          <p:cNvSpPr/>
          <p:nvPr/>
        </p:nvSpPr>
        <p:spPr>
          <a:xfrm>
            <a:off x="365760" y="1280160"/>
            <a:ext cx="8412480" cy="1051560"/>
          </a:xfrm>
          <a:prstGeom prst="roundRect">
            <a:avLst>
              <a:gd name="adj" fmla="val 6957"/>
            </a:avLst>
          </a:prstGeom>
          <a:solidFill>
            <a:srgbClr val="112240"/>
          </a:solidFill>
          <a:ln w="19050" cap="flat" cmpd="sng">
            <a:solidFill>
              <a:srgbClr val="00D4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 name="Google Shape;153;p16"/>
          <p:cNvSpPr/>
          <p:nvPr/>
        </p:nvSpPr>
        <p:spPr>
          <a:xfrm>
            <a:off x="548640" y="1325880"/>
            <a:ext cx="8046600" cy="100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350"/>
              <a:buFont typeface="Calibri"/>
              <a:buNone/>
            </a:pPr>
            <a:r>
              <a:rPr lang="en-US" sz="1350">
                <a:solidFill>
                  <a:srgbClr val="CBD5E1"/>
                </a:solidFill>
                <a:latin typeface="Calibri"/>
                <a:ea typeface="Calibri"/>
                <a:cs typeface="Calibri"/>
                <a:sym typeface="Calibri"/>
              </a:rPr>
              <a:t>Multimedia Data Mining is the process of finding useful patterns and information from large amounts of multimedia data, such as text, images, audio, and video, using data mining and machine learning techniques. </a:t>
            </a:r>
            <a:endParaRPr sz="1350">
              <a:solidFill>
                <a:schemeClr val="lt1"/>
              </a:solidFill>
              <a:latin typeface="Arial"/>
              <a:ea typeface="Arial"/>
              <a:cs typeface="Arial"/>
              <a:sym typeface="Arial"/>
            </a:endParaRPr>
          </a:p>
        </p:txBody>
      </p:sp>
      <p:sp>
        <p:nvSpPr>
          <p:cNvPr id="154" name="Google Shape;154;p16"/>
          <p:cNvSpPr/>
          <p:nvPr/>
        </p:nvSpPr>
        <p:spPr>
          <a:xfrm>
            <a:off x="365760" y="2487168"/>
            <a:ext cx="2651760" cy="1371600"/>
          </a:xfrm>
          <a:prstGeom prst="roundRect">
            <a:avLst>
              <a:gd name="adj" fmla="val 5333"/>
            </a:avLst>
          </a:prstGeom>
          <a:solidFill>
            <a:srgbClr val="1E3A5F"/>
          </a:solidFill>
          <a:ln w="12700" cap="flat" cmpd="sng">
            <a:solidFill>
              <a:srgbClr val="1E3A5F"/>
            </a:solidFill>
            <a:prstDash val="solid"/>
            <a:round/>
            <a:headEnd type="none" w="sm" len="sm"/>
            <a:tailEnd type="none" w="sm" len="sm"/>
          </a:ln>
          <a:effectLst>
            <a:outerShdw blurRad="127000" dist="38100" dir="27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16"/>
          <p:cNvSpPr/>
          <p:nvPr/>
        </p:nvSpPr>
        <p:spPr>
          <a:xfrm>
            <a:off x="365760" y="2578608"/>
            <a:ext cx="265176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D4FF"/>
              </a:buClr>
              <a:buSzPts val="3600"/>
              <a:buFont typeface="Cambria"/>
              <a:buNone/>
            </a:pPr>
            <a:r>
              <a:rPr lang="en-US" sz="3600" b="1">
                <a:solidFill>
                  <a:srgbClr val="00D4FF"/>
                </a:solidFill>
                <a:latin typeface="Cambria"/>
                <a:ea typeface="Cambria"/>
                <a:cs typeface="Cambria"/>
                <a:sym typeface="Cambria"/>
              </a:rPr>
              <a:t>80%</a:t>
            </a:r>
            <a:endParaRPr sz="3600">
              <a:solidFill>
                <a:schemeClr val="lt1"/>
              </a:solidFill>
              <a:latin typeface="Arial"/>
              <a:ea typeface="Arial"/>
              <a:cs typeface="Arial"/>
              <a:sym typeface="Arial"/>
            </a:endParaRPr>
          </a:p>
        </p:txBody>
      </p:sp>
      <p:sp>
        <p:nvSpPr>
          <p:cNvPr id="156" name="Google Shape;156;p16"/>
          <p:cNvSpPr/>
          <p:nvPr/>
        </p:nvSpPr>
        <p:spPr>
          <a:xfrm>
            <a:off x="365760" y="3182112"/>
            <a:ext cx="265176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of all data generated globally is multimedia</a:t>
            </a:r>
            <a:endParaRPr sz="1150">
              <a:solidFill>
                <a:schemeClr val="lt1"/>
              </a:solidFill>
              <a:latin typeface="Arial"/>
              <a:ea typeface="Arial"/>
              <a:cs typeface="Arial"/>
              <a:sym typeface="Arial"/>
            </a:endParaRPr>
          </a:p>
        </p:txBody>
      </p:sp>
      <p:sp>
        <p:nvSpPr>
          <p:cNvPr id="157" name="Google Shape;157;p16"/>
          <p:cNvSpPr/>
          <p:nvPr/>
        </p:nvSpPr>
        <p:spPr>
          <a:xfrm>
            <a:off x="3200400" y="2487168"/>
            <a:ext cx="2651760" cy="1371600"/>
          </a:xfrm>
          <a:prstGeom prst="roundRect">
            <a:avLst>
              <a:gd name="adj" fmla="val 5333"/>
            </a:avLst>
          </a:prstGeom>
          <a:solidFill>
            <a:srgbClr val="1E3A5F"/>
          </a:solidFill>
          <a:ln w="12700" cap="flat" cmpd="sng">
            <a:solidFill>
              <a:srgbClr val="1E3A5F"/>
            </a:solidFill>
            <a:prstDash val="solid"/>
            <a:round/>
            <a:headEnd type="none" w="sm" len="sm"/>
            <a:tailEnd type="none" w="sm" len="sm"/>
          </a:ln>
          <a:effectLst>
            <a:outerShdw blurRad="127000" dist="38100" dir="27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 name="Google Shape;158;p16"/>
          <p:cNvSpPr/>
          <p:nvPr/>
        </p:nvSpPr>
        <p:spPr>
          <a:xfrm>
            <a:off x="3200400" y="2578608"/>
            <a:ext cx="265176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D4FF"/>
              </a:buClr>
              <a:buSzPts val="3600"/>
              <a:buFont typeface="Cambria"/>
              <a:buNone/>
            </a:pPr>
            <a:r>
              <a:rPr lang="en-US" sz="3600" b="1">
                <a:solidFill>
                  <a:srgbClr val="00D4FF"/>
                </a:solidFill>
                <a:latin typeface="Cambria"/>
                <a:ea typeface="Cambria"/>
                <a:cs typeface="Cambria"/>
                <a:sym typeface="Cambria"/>
              </a:rPr>
              <a:t>10</a:t>
            </a:r>
            <a:r>
              <a:rPr lang="en-US" sz="3600" b="1">
                <a:solidFill>
                  <a:srgbClr val="00D4FF"/>
                </a:solidFill>
                <a:latin typeface="Cambria"/>
                <a:ea typeface="Cambria"/>
                <a:cs typeface="Cambria"/>
                <a:sym typeface="Cambria"/>
              </a:rPr>
              <a:t>× Faster</a:t>
            </a:r>
            <a:endParaRPr sz="3600">
              <a:solidFill>
                <a:schemeClr val="lt1"/>
              </a:solidFill>
              <a:latin typeface="Arial"/>
              <a:ea typeface="Arial"/>
              <a:cs typeface="Arial"/>
              <a:sym typeface="Arial"/>
            </a:endParaRPr>
          </a:p>
        </p:txBody>
      </p:sp>
      <p:sp>
        <p:nvSpPr>
          <p:cNvPr id="159" name="Google Shape;159;p16"/>
          <p:cNvSpPr/>
          <p:nvPr/>
        </p:nvSpPr>
        <p:spPr>
          <a:xfrm>
            <a:off x="3200400" y="3182112"/>
            <a:ext cx="265176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data analysis than manual methods </a:t>
            </a:r>
            <a:endParaRPr sz="1150">
              <a:solidFill>
                <a:schemeClr val="lt1"/>
              </a:solidFill>
              <a:latin typeface="Arial"/>
              <a:ea typeface="Arial"/>
              <a:cs typeface="Arial"/>
              <a:sym typeface="Arial"/>
            </a:endParaRPr>
          </a:p>
        </p:txBody>
      </p:sp>
      <p:sp>
        <p:nvSpPr>
          <p:cNvPr id="160" name="Google Shape;160;p16"/>
          <p:cNvSpPr/>
          <p:nvPr/>
        </p:nvSpPr>
        <p:spPr>
          <a:xfrm>
            <a:off x="6035051" y="2487175"/>
            <a:ext cx="2811000" cy="1371600"/>
          </a:xfrm>
          <a:prstGeom prst="roundRect">
            <a:avLst>
              <a:gd name="adj" fmla="val 5333"/>
            </a:avLst>
          </a:prstGeom>
          <a:solidFill>
            <a:srgbClr val="1E3A5F"/>
          </a:solidFill>
          <a:ln w="12700" cap="flat" cmpd="sng">
            <a:solidFill>
              <a:srgbClr val="1E3A5F"/>
            </a:solidFill>
            <a:prstDash val="solid"/>
            <a:round/>
            <a:headEnd type="none" w="sm" len="sm"/>
            <a:tailEnd type="none" w="sm" len="sm"/>
          </a:ln>
          <a:effectLst>
            <a:outerShdw blurRad="127000" dist="38100" dir="27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 name="Google Shape;161;p16"/>
          <p:cNvSpPr/>
          <p:nvPr/>
        </p:nvSpPr>
        <p:spPr>
          <a:xfrm>
            <a:off x="6035026" y="2578638"/>
            <a:ext cx="29304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D4FF"/>
              </a:buClr>
              <a:buSzPts val="3600"/>
              <a:buFont typeface="Cambria"/>
              <a:buNone/>
            </a:pPr>
            <a:r>
              <a:rPr lang="en-US" sz="3600" b="1">
                <a:solidFill>
                  <a:srgbClr val="00D4FF"/>
                </a:solidFill>
                <a:latin typeface="Cambria"/>
                <a:ea typeface="Cambria"/>
                <a:cs typeface="Cambria"/>
                <a:sym typeface="Cambria"/>
              </a:rPr>
              <a:t>2.5 Billion GB</a:t>
            </a:r>
            <a:endParaRPr sz="3600">
              <a:solidFill>
                <a:schemeClr val="lt1"/>
              </a:solidFill>
              <a:latin typeface="Arial"/>
              <a:ea typeface="Arial"/>
              <a:cs typeface="Arial"/>
              <a:sym typeface="Arial"/>
            </a:endParaRPr>
          </a:p>
        </p:txBody>
      </p:sp>
      <p:sp>
        <p:nvSpPr>
          <p:cNvPr id="162" name="Google Shape;162;p16"/>
          <p:cNvSpPr/>
          <p:nvPr/>
        </p:nvSpPr>
        <p:spPr>
          <a:xfrm>
            <a:off x="6035040" y="3182112"/>
            <a:ext cx="265176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of data created every single day</a:t>
            </a:r>
            <a:endParaRPr sz="1150">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66" name="Shape 166"/>
        <p:cNvGrpSpPr/>
        <p:nvPr/>
      </p:nvGrpSpPr>
      <p:grpSpPr>
        <a:xfrm>
          <a:off x="0" y="0"/>
          <a:ext cx="0" cy="0"/>
          <a:chOff x="0" y="0"/>
          <a:chExt cx="0" cy="0"/>
        </a:xfrm>
      </p:grpSpPr>
      <p:pic>
        <p:nvPicPr>
          <p:cNvPr id="167" name="Google Shape;167;p17"/>
          <p:cNvPicPr preferRelativeResize="0"/>
          <p:nvPr/>
        </p:nvPicPr>
        <p:blipFill rotWithShape="1">
          <a:blip r:embed="rId1"/>
          <a:srcRect/>
          <a:stretch>
            <a:fillRect/>
          </a:stretch>
        </p:blipFill>
        <p:spPr>
          <a:xfrm>
            <a:off x="635" y="-46355"/>
            <a:ext cx="9143365" cy="519049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72" name="Shape 172"/>
        <p:cNvGrpSpPr/>
        <p:nvPr/>
      </p:nvGrpSpPr>
      <p:grpSpPr>
        <a:xfrm>
          <a:off x="0" y="0"/>
          <a:ext cx="0" cy="0"/>
          <a:chOff x="0" y="0"/>
          <a:chExt cx="0" cy="0"/>
        </a:xfrm>
      </p:grpSpPr>
      <p:sp>
        <p:nvSpPr>
          <p:cNvPr id="173" name="Google Shape;173;p18"/>
          <p:cNvSpPr/>
          <p:nvPr/>
        </p:nvSpPr>
        <p:spPr>
          <a:xfrm>
            <a:off x="365760" y="182880"/>
            <a:ext cx="1371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C3AED"/>
              </a:buClr>
              <a:buSzPts val="1100"/>
              <a:buFont typeface="Calibri"/>
              <a:buNone/>
            </a:pPr>
            <a:r>
              <a:rPr lang="en-US" sz="1100" b="1">
                <a:solidFill>
                  <a:srgbClr val="7C3AED"/>
                </a:solidFill>
                <a:latin typeface="Calibri"/>
                <a:ea typeface="Calibri"/>
                <a:cs typeface="Calibri"/>
                <a:sym typeface="Calibri"/>
              </a:rPr>
              <a:t>02</a:t>
            </a:r>
            <a:endParaRPr sz="1100">
              <a:solidFill>
                <a:schemeClr val="lt1"/>
              </a:solidFill>
              <a:latin typeface="Arial"/>
              <a:ea typeface="Arial"/>
              <a:cs typeface="Arial"/>
              <a:sym typeface="Arial"/>
            </a:endParaRPr>
          </a:p>
        </p:txBody>
      </p:sp>
      <p:sp>
        <p:nvSpPr>
          <p:cNvPr id="174" name="Google Shape;174;p18"/>
          <p:cNvSpPr/>
          <p:nvPr/>
        </p:nvSpPr>
        <p:spPr>
          <a:xfrm>
            <a:off x="365760" y="457200"/>
            <a:ext cx="8412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A1628"/>
              </a:buClr>
              <a:buSzPts val="3200"/>
              <a:buFont typeface="Cambria"/>
              <a:buNone/>
            </a:pPr>
            <a:r>
              <a:rPr lang="en-US" sz="3200" b="1">
                <a:solidFill>
                  <a:srgbClr val="0A1628"/>
                </a:solidFill>
                <a:latin typeface="Cambria"/>
                <a:ea typeface="Cambria"/>
                <a:cs typeface="Cambria"/>
                <a:sym typeface="Cambria"/>
              </a:rPr>
              <a:t>Types of Multimedia Data</a:t>
            </a:r>
            <a:endParaRPr sz="3200">
              <a:solidFill>
                <a:schemeClr val="lt1"/>
              </a:solidFill>
              <a:latin typeface="Arial"/>
              <a:ea typeface="Arial"/>
              <a:cs typeface="Arial"/>
              <a:sym typeface="Arial"/>
            </a:endParaRPr>
          </a:p>
        </p:txBody>
      </p:sp>
      <p:sp>
        <p:nvSpPr>
          <p:cNvPr id="175" name="Google Shape;175;p18"/>
          <p:cNvSpPr/>
          <p:nvPr/>
        </p:nvSpPr>
        <p:spPr>
          <a:xfrm>
            <a:off x="365760" y="1024128"/>
            <a:ext cx="457200" cy="45720"/>
          </a:xfrm>
          <a:prstGeom prst="rect">
            <a:avLst/>
          </a:prstGeom>
          <a:solidFill>
            <a:srgbClr val="00D4FF"/>
          </a:solidFill>
          <a:ln w="12700" cap="flat" cmpd="sng">
            <a:solidFill>
              <a:srgbClr val="00D4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 name="Google Shape;176;p18"/>
          <p:cNvSpPr/>
          <p:nvPr/>
        </p:nvSpPr>
        <p:spPr>
          <a:xfrm>
            <a:off x="365760" y="1234440"/>
            <a:ext cx="4114800" cy="1645920"/>
          </a:xfrm>
          <a:prstGeom prst="roundRect">
            <a:avLst>
              <a:gd name="adj" fmla="val 5556"/>
            </a:avLst>
          </a:prstGeom>
          <a:solidFill>
            <a:srgbClr val="FFFFFF"/>
          </a:solidFill>
          <a:ln w="12700" cap="flat" cmpd="sng">
            <a:solidFill>
              <a:srgbClr val="E2E8F0"/>
            </a:solidFill>
            <a:prstDash val="solid"/>
            <a:round/>
            <a:headEnd type="none" w="sm" len="sm"/>
            <a:tailEnd type="none" w="sm" len="sm"/>
          </a:ln>
          <a:effectLst>
            <a:outerShdw blurRad="1270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77;p18"/>
          <p:cNvSpPr/>
          <p:nvPr/>
        </p:nvSpPr>
        <p:spPr>
          <a:xfrm>
            <a:off x="365760" y="1234440"/>
            <a:ext cx="4114800" cy="457200"/>
          </a:xfrm>
          <a:prstGeom prst="roundRect">
            <a:avLst>
              <a:gd name="adj" fmla="val 20000"/>
            </a:avLst>
          </a:prstGeom>
          <a:solidFill>
            <a:srgbClr val="00D4FF"/>
          </a:solidFill>
          <a:ln w="12700" cap="flat" cmpd="sng">
            <a:solidFill>
              <a:srgbClr val="00D4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 name="Google Shape;178;p18"/>
          <p:cNvSpPr/>
          <p:nvPr/>
        </p:nvSpPr>
        <p:spPr>
          <a:xfrm>
            <a:off x="365760" y="1508760"/>
            <a:ext cx="4114800" cy="182880"/>
          </a:xfrm>
          <a:prstGeom prst="rect">
            <a:avLst/>
          </a:prstGeom>
          <a:solidFill>
            <a:srgbClr val="00D4FF"/>
          </a:solidFill>
          <a:ln w="12700" cap="flat" cmpd="sng">
            <a:solidFill>
              <a:srgbClr val="00D4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 name="Google Shape;179;p18"/>
          <p:cNvSpPr/>
          <p:nvPr/>
        </p:nvSpPr>
        <p:spPr>
          <a:xfrm>
            <a:off x="502920" y="1234440"/>
            <a:ext cx="3840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  Image Data</a:t>
            </a:r>
            <a:endParaRPr sz="1400">
              <a:solidFill>
                <a:schemeClr val="lt1"/>
              </a:solidFill>
              <a:latin typeface="Arial"/>
              <a:ea typeface="Arial"/>
              <a:cs typeface="Arial"/>
              <a:sym typeface="Arial"/>
            </a:endParaRPr>
          </a:p>
        </p:txBody>
      </p:sp>
      <p:sp>
        <p:nvSpPr>
          <p:cNvPr id="180" name="Google Shape;180;p18"/>
          <p:cNvSpPr/>
          <p:nvPr/>
        </p:nvSpPr>
        <p:spPr>
          <a:xfrm>
            <a:off x="502920" y="1764792"/>
            <a:ext cx="3840480" cy="1051560"/>
          </a:xfrm>
          <a:prstGeom prst="rect">
            <a:avLst/>
          </a:prstGeom>
          <a:noFill/>
          <a:ln>
            <a:noFill/>
          </a:ln>
        </p:spPr>
        <p:txBody>
          <a:bodyPr spcFirstLastPara="1" wrap="square" lIns="0" tIns="0" rIns="0" bIns="0" anchor="t" anchorCtr="0">
            <a:noAutofit/>
          </a:bodyPr>
          <a:lstStyle/>
          <a:p>
            <a:pPr marL="457200" lvl="0" indent="-298450" algn="l" rtl="0">
              <a:lnSpc>
                <a:spcPct val="115000"/>
              </a:lnSpc>
              <a:spcBef>
                <a:spcPts val="1200"/>
              </a:spcBef>
              <a:spcAft>
                <a:spcPts val="0"/>
              </a:spcAft>
              <a:buClr>
                <a:schemeClr val="dk1"/>
              </a:buClr>
              <a:buSzPts val="1100"/>
              <a:buChar char="●"/>
            </a:pPr>
            <a:r>
              <a:rPr lang="en-US" sz="1150">
                <a:solidFill>
                  <a:srgbClr val="334155"/>
                </a:solidFill>
                <a:latin typeface="Calibri"/>
                <a:ea typeface="Calibri"/>
                <a:cs typeface="Calibri"/>
                <a:sym typeface="Calibri"/>
              </a:rPr>
              <a:t>JPEG, PNG, BMP images</a:t>
            </a:r>
            <a:endParaRPr sz="1150">
              <a:solidFill>
                <a:srgbClr val="334155"/>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US" sz="1150">
                <a:solidFill>
                  <a:srgbClr val="334155"/>
                </a:solidFill>
                <a:latin typeface="Calibri"/>
                <a:ea typeface="Calibri"/>
                <a:cs typeface="Calibri"/>
                <a:sym typeface="Calibri"/>
              </a:rPr>
              <a:t>Pixel and color features by </a:t>
            </a:r>
            <a:endParaRPr lang="en-US" sz="1150">
              <a:solidFill>
                <a:srgbClr val="334155"/>
              </a:solidFill>
              <a:latin typeface="Calibri"/>
              <a:ea typeface="Calibri"/>
              <a:cs typeface="Calibri"/>
              <a:sym typeface="Calibri"/>
            </a:endParaRPr>
          </a:p>
          <a:p>
            <a:pPr marL="158750" lvl="0" indent="0" algn="l" rtl="0">
              <a:lnSpc>
                <a:spcPct val="115000"/>
              </a:lnSpc>
              <a:spcBef>
                <a:spcPts val="0"/>
              </a:spcBef>
              <a:spcAft>
                <a:spcPts val="0"/>
              </a:spcAft>
              <a:buClr>
                <a:schemeClr val="dk1"/>
              </a:buClr>
              <a:buSzPts val="1100"/>
              <a:buNone/>
            </a:pPr>
            <a:r>
              <a:rPr lang="en-US" sz="1150">
                <a:solidFill>
                  <a:srgbClr val="334155"/>
                </a:solidFill>
                <a:latin typeface="Calibri"/>
                <a:ea typeface="Calibri"/>
                <a:cs typeface="Calibri"/>
                <a:sym typeface="Calibri"/>
              </a:rPr>
              <a:t>       edge maping extraction</a:t>
            </a:r>
            <a:endParaRPr sz="1150">
              <a:solidFill>
                <a:srgbClr val="334155"/>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US" sz="1150">
                <a:solidFill>
                  <a:srgbClr val="334155"/>
                </a:solidFill>
                <a:latin typeface="Calibri"/>
                <a:ea typeface="Calibri"/>
                <a:cs typeface="Calibri"/>
                <a:sym typeface="Calibri"/>
              </a:rPr>
              <a:t>Object and face recognition</a:t>
            </a:r>
            <a:endParaRPr sz="1150">
              <a:solidFill>
                <a:srgbClr val="334155"/>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US" sz="1150">
                <a:solidFill>
                  <a:srgbClr val="334155"/>
                </a:solidFill>
                <a:latin typeface="Calibri"/>
                <a:ea typeface="Calibri"/>
                <a:cs typeface="Calibri"/>
                <a:sym typeface="Calibri"/>
              </a:rPr>
              <a:t>Medical images (MRI, X-ray)</a:t>
            </a:r>
            <a:endParaRPr sz="1150">
              <a:solidFill>
                <a:srgbClr val="334155"/>
              </a:solidFill>
              <a:latin typeface="Calibri"/>
              <a:ea typeface="Calibri"/>
              <a:cs typeface="Calibri"/>
              <a:sym typeface="Calibri"/>
            </a:endParaRPr>
          </a:p>
          <a:p>
            <a:pPr marL="0" marR="0" lvl="0" indent="0" algn="l" rtl="0">
              <a:spcBef>
                <a:spcPts val="1200"/>
              </a:spcBef>
              <a:spcAft>
                <a:spcPts val="0"/>
              </a:spcAft>
              <a:buClr>
                <a:srgbClr val="334155"/>
              </a:buClr>
              <a:buSzPts val="1150"/>
              <a:buFont typeface="Calibri"/>
              <a:buNone/>
            </a:pPr>
            <a:endParaRPr sz="1150">
              <a:solidFill>
                <a:srgbClr val="334155"/>
              </a:solidFill>
              <a:latin typeface="Calibri"/>
              <a:ea typeface="Calibri"/>
              <a:cs typeface="Calibri"/>
              <a:sym typeface="Calibri"/>
            </a:endParaRPr>
          </a:p>
        </p:txBody>
      </p:sp>
      <p:sp>
        <p:nvSpPr>
          <p:cNvPr id="181" name="Google Shape;181;p18"/>
          <p:cNvSpPr/>
          <p:nvPr/>
        </p:nvSpPr>
        <p:spPr>
          <a:xfrm>
            <a:off x="4754880" y="1234440"/>
            <a:ext cx="4114800" cy="1645920"/>
          </a:xfrm>
          <a:prstGeom prst="roundRect">
            <a:avLst>
              <a:gd name="adj" fmla="val 5556"/>
            </a:avLst>
          </a:prstGeom>
          <a:solidFill>
            <a:srgbClr val="FFFFFF"/>
          </a:solidFill>
          <a:ln w="12700" cap="flat" cmpd="sng">
            <a:solidFill>
              <a:srgbClr val="E2E8F0"/>
            </a:solidFill>
            <a:prstDash val="solid"/>
            <a:round/>
            <a:headEnd type="none" w="sm" len="sm"/>
            <a:tailEnd type="none" w="sm" len="sm"/>
          </a:ln>
          <a:effectLst>
            <a:outerShdw blurRad="1270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2;p18"/>
          <p:cNvSpPr/>
          <p:nvPr/>
        </p:nvSpPr>
        <p:spPr>
          <a:xfrm>
            <a:off x="4754880" y="1234440"/>
            <a:ext cx="4114800" cy="457200"/>
          </a:xfrm>
          <a:prstGeom prst="roundRect">
            <a:avLst>
              <a:gd name="adj" fmla="val 20000"/>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 name="Google Shape;183;p18"/>
          <p:cNvSpPr/>
          <p:nvPr/>
        </p:nvSpPr>
        <p:spPr>
          <a:xfrm>
            <a:off x="4754880" y="1508760"/>
            <a:ext cx="4114800" cy="182880"/>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4;p18"/>
          <p:cNvSpPr/>
          <p:nvPr/>
        </p:nvSpPr>
        <p:spPr>
          <a:xfrm>
            <a:off x="4892040" y="1234440"/>
            <a:ext cx="3840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  Audio Data</a:t>
            </a:r>
            <a:endParaRPr sz="1400">
              <a:solidFill>
                <a:schemeClr val="lt1"/>
              </a:solidFill>
              <a:latin typeface="Arial"/>
              <a:ea typeface="Arial"/>
              <a:cs typeface="Arial"/>
              <a:sym typeface="Arial"/>
            </a:endParaRPr>
          </a:p>
        </p:txBody>
      </p:sp>
      <p:sp>
        <p:nvSpPr>
          <p:cNvPr id="185" name="Google Shape;185;p18"/>
          <p:cNvSpPr/>
          <p:nvPr/>
        </p:nvSpPr>
        <p:spPr>
          <a:xfrm>
            <a:off x="4892040" y="1764792"/>
            <a:ext cx="3840480" cy="1051560"/>
          </a:xfrm>
          <a:prstGeom prst="rect">
            <a:avLst/>
          </a:prstGeom>
          <a:noFill/>
          <a:ln>
            <a:noFill/>
          </a:ln>
        </p:spPr>
        <p:txBody>
          <a:bodyPr spcFirstLastPara="1" wrap="square" lIns="0" tIns="0" rIns="0" bIns="0" anchor="t" anchorCtr="0">
            <a:noAutofit/>
          </a:bodyPr>
          <a:lstStyle/>
          <a:p>
            <a:pPr marL="457200" lvl="0" indent="-298450" algn="l" rtl="0">
              <a:lnSpc>
                <a:spcPct val="115000"/>
              </a:lnSpc>
              <a:spcBef>
                <a:spcPts val="1200"/>
              </a:spcBef>
              <a:spcAft>
                <a:spcPts val="0"/>
              </a:spcAft>
              <a:buClr>
                <a:schemeClr val="dk1"/>
              </a:buClr>
              <a:buSzPts val="1100"/>
              <a:buChar char="●"/>
            </a:pPr>
            <a:r>
              <a:rPr lang="en-US" sz="1150">
                <a:solidFill>
                  <a:srgbClr val="334155"/>
                </a:solidFill>
                <a:latin typeface="Calibri"/>
                <a:ea typeface="Calibri"/>
                <a:cs typeface="Calibri"/>
                <a:sym typeface="Calibri"/>
              </a:rPr>
              <a:t>Speech and music</a:t>
            </a:r>
            <a:endParaRPr sz="1150">
              <a:solidFill>
                <a:srgbClr val="334155"/>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US" sz="1150">
                <a:solidFill>
                  <a:srgbClr val="334155"/>
                </a:solidFill>
                <a:latin typeface="Calibri"/>
                <a:ea typeface="Calibri"/>
                <a:cs typeface="Calibri"/>
                <a:sym typeface="Calibri"/>
              </a:rPr>
              <a:t>Sound wave patterns</a:t>
            </a:r>
            <a:endParaRPr sz="1150">
              <a:solidFill>
                <a:srgbClr val="334155"/>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US" sz="1150">
                <a:solidFill>
                  <a:srgbClr val="334155"/>
                </a:solidFill>
                <a:latin typeface="Calibri"/>
                <a:ea typeface="Calibri"/>
                <a:cs typeface="Calibri"/>
                <a:sym typeface="Calibri"/>
              </a:rPr>
              <a:t>Spectrogram analysis</a:t>
            </a:r>
            <a:endParaRPr lang="en-US" sz="1150">
              <a:solidFill>
                <a:srgbClr val="334155"/>
              </a:solidFill>
              <a:latin typeface="Calibri"/>
              <a:ea typeface="Calibri"/>
              <a:cs typeface="Calibri"/>
              <a:sym typeface="Calibri"/>
            </a:endParaRPr>
          </a:p>
          <a:p>
            <a:pPr marL="158750" lvl="0" indent="0" algn="l" rtl="0">
              <a:lnSpc>
                <a:spcPct val="115000"/>
              </a:lnSpc>
              <a:spcBef>
                <a:spcPts val="0"/>
              </a:spcBef>
              <a:spcAft>
                <a:spcPts val="0"/>
              </a:spcAft>
              <a:buClr>
                <a:schemeClr val="dk1"/>
              </a:buClr>
              <a:buSzPts val="1100"/>
              <a:buNone/>
            </a:pPr>
            <a:r>
              <a:rPr lang="en-US" sz="1150">
                <a:solidFill>
                  <a:srgbClr val="334155"/>
                </a:solidFill>
                <a:latin typeface="Calibri"/>
                <a:ea typeface="Calibri"/>
                <a:cs typeface="Calibri"/>
                <a:sym typeface="Calibri"/>
              </a:rPr>
              <a:t>      { xaxis y axis}</a:t>
            </a:r>
            <a:endParaRPr sz="1150">
              <a:solidFill>
                <a:srgbClr val="334155"/>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US" sz="1150">
                <a:solidFill>
                  <a:srgbClr val="334155"/>
                </a:solidFill>
                <a:latin typeface="Calibri"/>
                <a:ea typeface="Calibri"/>
                <a:cs typeface="Calibri"/>
                <a:sym typeface="Calibri"/>
              </a:rPr>
              <a:t>Speaker and emotion detection</a:t>
            </a:r>
            <a:endParaRPr sz="1150">
              <a:solidFill>
                <a:srgbClr val="334155"/>
              </a:solidFill>
              <a:latin typeface="Calibri"/>
              <a:ea typeface="Calibri"/>
              <a:cs typeface="Calibri"/>
              <a:sym typeface="Calibri"/>
            </a:endParaRPr>
          </a:p>
          <a:p>
            <a:pPr marL="0" marR="0" lvl="0" indent="0" algn="l" rtl="0">
              <a:spcBef>
                <a:spcPts val="1200"/>
              </a:spcBef>
              <a:spcAft>
                <a:spcPts val="0"/>
              </a:spcAft>
              <a:buClr>
                <a:srgbClr val="334155"/>
              </a:buClr>
              <a:buSzPts val="1150"/>
              <a:buFont typeface="Calibri"/>
              <a:buNone/>
            </a:pPr>
            <a:endParaRPr sz="1150">
              <a:solidFill>
                <a:srgbClr val="334155"/>
              </a:solidFill>
              <a:latin typeface="Calibri"/>
              <a:ea typeface="Calibri"/>
              <a:cs typeface="Calibri"/>
              <a:sym typeface="Calibri"/>
            </a:endParaRPr>
          </a:p>
        </p:txBody>
      </p:sp>
      <p:sp>
        <p:nvSpPr>
          <p:cNvPr id="186" name="Google Shape;186;p18"/>
          <p:cNvSpPr/>
          <p:nvPr/>
        </p:nvSpPr>
        <p:spPr>
          <a:xfrm>
            <a:off x="365760" y="3108960"/>
            <a:ext cx="4114800" cy="1645920"/>
          </a:xfrm>
          <a:prstGeom prst="roundRect">
            <a:avLst>
              <a:gd name="adj" fmla="val 5556"/>
            </a:avLst>
          </a:prstGeom>
          <a:solidFill>
            <a:srgbClr val="FFFFFF"/>
          </a:solidFill>
          <a:ln w="12700" cap="flat" cmpd="sng">
            <a:solidFill>
              <a:srgbClr val="E2E8F0"/>
            </a:solidFill>
            <a:prstDash val="solid"/>
            <a:round/>
            <a:headEnd type="none" w="sm" len="sm"/>
            <a:tailEnd type="none" w="sm" len="sm"/>
          </a:ln>
          <a:effectLst>
            <a:outerShdw blurRad="1270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 name="Google Shape;187;p18"/>
          <p:cNvSpPr/>
          <p:nvPr/>
        </p:nvSpPr>
        <p:spPr>
          <a:xfrm>
            <a:off x="365760" y="3108960"/>
            <a:ext cx="4114800" cy="457200"/>
          </a:xfrm>
          <a:prstGeom prst="roundRect">
            <a:avLst>
              <a:gd name="adj" fmla="val 20000"/>
            </a:avLst>
          </a:prstGeom>
          <a:solidFill>
            <a:srgbClr val="10B981"/>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 name="Google Shape;188;p18"/>
          <p:cNvSpPr/>
          <p:nvPr/>
        </p:nvSpPr>
        <p:spPr>
          <a:xfrm>
            <a:off x="365760" y="3383280"/>
            <a:ext cx="4114800" cy="182880"/>
          </a:xfrm>
          <a:prstGeom prst="rect">
            <a:avLst/>
          </a:prstGeom>
          <a:solidFill>
            <a:srgbClr val="10B981"/>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 name="Google Shape;189;p18"/>
          <p:cNvSpPr/>
          <p:nvPr/>
        </p:nvSpPr>
        <p:spPr>
          <a:xfrm>
            <a:off x="502920" y="3108960"/>
            <a:ext cx="3840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  Video Data</a:t>
            </a:r>
            <a:endParaRPr sz="1400">
              <a:solidFill>
                <a:schemeClr val="lt1"/>
              </a:solidFill>
              <a:latin typeface="Arial"/>
              <a:ea typeface="Arial"/>
              <a:cs typeface="Arial"/>
              <a:sym typeface="Arial"/>
            </a:endParaRPr>
          </a:p>
        </p:txBody>
      </p:sp>
      <p:sp>
        <p:nvSpPr>
          <p:cNvPr id="190" name="Google Shape;190;p18"/>
          <p:cNvSpPr/>
          <p:nvPr/>
        </p:nvSpPr>
        <p:spPr>
          <a:xfrm>
            <a:off x="502920" y="3639312"/>
            <a:ext cx="3840480" cy="1051560"/>
          </a:xfrm>
          <a:prstGeom prst="rect">
            <a:avLst/>
          </a:prstGeom>
          <a:noFill/>
          <a:ln>
            <a:noFill/>
          </a:ln>
        </p:spPr>
        <p:txBody>
          <a:bodyPr spcFirstLastPara="1" wrap="square" lIns="0" tIns="0" rIns="0" bIns="0" anchor="t" anchorCtr="0">
            <a:noAutofit/>
          </a:bodyPr>
          <a:lstStyle/>
          <a:p>
            <a:pPr marL="457200" lvl="0" indent="-301625" algn="l" rtl="0">
              <a:spcBef>
                <a:spcPts val="0"/>
              </a:spcBef>
              <a:spcAft>
                <a:spcPts val="0"/>
              </a:spcAft>
              <a:buClr>
                <a:srgbClr val="334155"/>
              </a:buClr>
              <a:buSzPts val="1150"/>
              <a:buFont typeface="Calibri"/>
              <a:buChar char="●"/>
            </a:pPr>
            <a:r>
              <a:rPr lang="en-US" sz="1150">
                <a:solidFill>
                  <a:srgbClr val="334155"/>
                </a:solidFill>
                <a:latin typeface="Calibri"/>
                <a:ea typeface="Calibri"/>
                <a:cs typeface="Calibri"/>
                <a:sym typeface="Calibri"/>
              </a:rPr>
              <a:t>Sequence of image frames</a:t>
            </a:r>
            <a:endParaRPr sz="1150">
              <a:solidFill>
                <a:srgbClr val="334155"/>
              </a:solidFill>
              <a:latin typeface="Calibri"/>
              <a:ea typeface="Calibri"/>
              <a:cs typeface="Calibri"/>
              <a:sym typeface="Calibri"/>
            </a:endParaRPr>
          </a:p>
          <a:p>
            <a:pPr marL="457200" lvl="0" indent="-301625" algn="l" rtl="0">
              <a:spcBef>
                <a:spcPts val="0"/>
              </a:spcBef>
              <a:spcAft>
                <a:spcPts val="0"/>
              </a:spcAft>
              <a:buClr>
                <a:srgbClr val="334155"/>
              </a:buClr>
              <a:buSzPts val="1150"/>
              <a:buFont typeface="Calibri"/>
              <a:buChar char="●"/>
            </a:pPr>
            <a:r>
              <a:rPr lang="en-US" sz="1150">
                <a:solidFill>
                  <a:srgbClr val="334155"/>
                </a:solidFill>
                <a:latin typeface="Calibri"/>
                <a:ea typeface="Calibri"/>
                <a:cs typeface="Calibri"/>
                <a:sym typeface="Calibri"/>
              </a:rPr>
              <a:t>Motion detection </a:t>
            </a:r>
            <a:endParaRPr sz="1150">
              <a:solidFill>
                <a:srgbClr val="334155"/>
              </a:solidFill>
              <a:latin typeface="Calibri"/>
              <a:ea typeface="Calibri"/>
              <a:cs typeface="Calibri"/>
              <a:sym typeface="Calibri"/>
            </a:endParaRPr>
          </a:p>
          <a:p>
            <a:pPr marL="457200" lvl="0" indent="-301625" algn="l" rtl="0">
              <a:spcBef>
                <a:spcPts val="0"/>
              </a:spcBef>
              <a:spcAft>
                <a:spcPts val="0"/>
              </a:spcAft>
              <a:buClr>
                <a:srgbClr val="334155"/>
              </a:buClr>
              <a:buSzPts val="1150"/>
              <a:buFont typeface="Calibri"/>
              <a:buChar char="●"/>
            </a:pPr>
            <a:r>
              <a:rPr lang="en-US" sz="1150">
                <a:solidFill>
                  <a:srgbClr val="334155"/>
                </a:solidFill>
                <a:latin typeface="Calibri"/>
                <a:ea typeface="Calibri"/>
                <a:cs typeface="Calibri"/>
                <a:sym typeface="Calibri"/>
              </a:rPr>
              <a:t>Scene detection</a:t>
            </a:r>
            <a:endParaRPr sz="1150">
              <a:solidFill>
                <a:srgbClr val="334155"/>
              </a:solidFill>
              <a:latin typeface="Calibri"/>
              <a:ea typeface="Calibri"/>
              <a:cs typeface="Calibri"/>
              <a:sym typeface="Calibri"/>
            </a:endParaRPr>
          </a:p>
          <a:p>
            <a:pPr marL="457200" lvl="0" indent="-301625" algn="l" rtl="0">
              <a:spcBef>
                <a:spcPts val="0"/>
              </a:spcBef>
              <a:spcAft>
                <a:spcPts val="0"/>
              </a:spcAft>
              <a:buClr>
                <a:srgbClr val="334155"/>
              </a:buClr>
              <a:buSzPts val="1150"/>
              <a:buFont typeface="Calibri"/>
              <a:buChar char="●"/>
            </a:pPr>
            <a:r>
              <a:rPr lang="en-US" sz="1150">
                <a:solidFill>
                  <a:srgbClr val="334155"/>
                </a:solidFill>
                <a:latin typeface="Calibri"/>
                <a:ea typeface="Calibri"/>
                <a:cs typeface="Calibri"/>
                <a:sym typeface="Calibri"/>
              </a:rPr>
              <a:t>Video surveillance</a:t>
            </a:r>
            <a:r>
              <a:rPr lang="en-US" sz="1150">
                <a:solidFill>
                  <a:srgbClr val="334155"/>
                </a:solidFill>
                <a:latin typeface="Calibri"/>
                <a:ea typeface="Calibri"/>
                <a:cs typeface="Calibri"/>
                <a:sym typeface="Calibri"/>
              </a:rPr>
              <a:t> cctv </a:t>
            </a:r>
            <a:endParaRPr sz="1150">
              <a:solidFill>
                <a:srgbClr val="334155"/>
              </a:solidFill>
              <a:latin typeface="Calibri"/>
              <a:ea typeface="Calibri"/>
              <a:cs typeface="Calibri"/>
              <a:sym typeface="Calibri"/>
            </a:endParaRPr>
          </a:p>
          <a:p>
            <a:pPr marL="457200" lvl="0" indent="0" algn="l" rtl="0">
              <a:spcBef>
                <a:spcPts val="0"/>
              </a:spcBef>
              <a:spcAft>
                <a:spcPts val="0"/>
              </a:spcAft>
              <a:buNone/>
            </a:pPr>
            <a:r>
              <a:rPr lang="en-US" sz="1150">
                <a:solidFill>
                  <a:srgbClr val="334155"/>
                </a:solidFill>
                <a:latin typeface="Calibri"/>
                <a:ea typeface="Calibri"/>
                <a:cs typeface="Calibri"/>
                <a:sym typeface="Calibri"/>
              </a:rPr>
              <a:t>                  bata chori herne</a:t>
            </a:r>
            <a:endParaRPr lang="en-US" sz="1150">
              <a:solidFill>
                <a:srgbClr val="334155"/>
              </a:solidFill>
              <a:latin typeface="Calibri"/>
              <a:ea typeface="Calibri"/>
              <a:cs typeface="Calibri"/>
              <a:sym typeface="Calibri"/>
            </a:endParaRPr>
          </a:p>
          <a:p>
            <a:pPr marL="0" marR="0" lvl="0" indent="0" algn="l" rtl="0">
              <a:spcBef>
                <a:spcPts val="0"/>
              </a:spcBef>
              <a:spcAft>
                <a:spcPts val="0"/>
              </a:spcAft>
              <a:buClr>
                <a:srgbClr val="334155"/>
              </a:buClr>
              <a:buSzPts val="1150"/>
              <a:buFont typeface="Calibri"/>
              <a:buNone/>
            </a:pPr>
            <a:endParaRPr sz="1150">
              <a:solidFill>
                <a:srgbClr val="334155"/>
              </a:solidFill>
              <a:latin typeface="Calibri"/>
              <a:ea typeface="Calibri"/>
              <a:cs typeface="Calibri"/>
              <a:sym typeface="Calibri"/>
            </a:endParaRPr>
          </a:p>
        </p:txBody>
      </p:sp>
      <p:sp>
        <p:nvSpPr>
          <p:cNvPr id="191" name="Google Shape;191;p18"/>
          <p:cNvSpPr/>
          <p:nvPr/>
        </p:nvSpPr>
        <p:spPr>
          <a:xfrm>
            <a:off x="4754880" y="3108960"/>
            <a:ext cx="4114800" cy="1645920"/>
          </a:xfrm>
          <a:prstGeom prst="roundRect">
            <a:avLst>
              <a:gd name="adj" fmla="val 5556"/>
            </a:avLst>
          </a:prstGeom>
          <a:solidFill>
            <a:srgbClr val="FFFFFF"/>
          </a:solidFill>
          <a:ln w="12700" cap="flat" cmpd="sng">
            <a:solidFill>
              <a:srgbClr val="E2E8F0"/>
            </a:solidFill>
            <a:prstDash val="solid"/>
            <a:round/>
            <a:headEnd type="none" w="sm" len="sm"/>
            <a:tailEnd type="none" w="sm" len="sm"/>
          </a:ln>
          <a:effectLst>
            <a:outerShdw blurRad="1270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 name="Google Shape;192;p18"/>
          <p:cNvSpPr/>
          <p:nvPr/>
        </p:nvSpPr>
        <p:spPr>
          <a:xfrm>
            <a:off x="4754880" y="3108960"/>
            <a:ext cx="4114800" cy="457200"/>
          </a:xfrm>
          <a:prstGeom prst="roundRect">
            <a:avLst>
              <a:gd name="adj" fmla="val 20000"/>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 name="Google Shape;193;p18"/>
          <p:cNvSpPr/>
          <p:nvPr/>
        </p:nvSpPr>
        <p:spPr>
          <a:xfrm>
            <a:off x="4754880" y="3383280"/>
            <a:ext cx="4114800" cy="18288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 name="Google Shape;194;p18"/>
          <p:cNvSpPr/>
          <p:nvPr/>
        </p:nvSpPr>
        <p:spPr>
          <a:xfrm>
            <a:off x="4892040" y="3108960"/>
            <a:ext cx="3840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  Text Data</a:t>
            </a:r>
            <a:endParaRPr sz="1400">
              <a:solidFill>
                <a:schemeClr val="lt1"/>
              </a:solidFill>
              <a:latin typeface="Arial"/>
              <a:ea typeface="Arial"/>
              <a:cs typeface="Arial"/>
              <a:sym typeface="Arial"/>
            </a:endParaRPr>
          </a:p>
        </p:txBody>
      </p:sp>
      <p:sp>
        <p:nvSpPr>
          <p:cNvPr id="195" name="Google Shape;195;p18"/>
          <p:cNvSpPr/>
          <p:nvPr/>
        </p:nvSpPr>
        <p:spPr>
          <a:xfrm>
            <a:off x="4892040" y="3639312"/>
            <a:ext cx="3840480" cy="1051560"/>
          </a:xfrm>
          <a:prstGeom prst="rect">
            <a:avLst/>
          </a:prstGeom>
          <a:noFill/>
          <a:ln>
            <a:noFill/>
          </a:ln>
        </p:spPr>
        <p:txBody>
          <a:bodyPr spcFirstLastPara="1" wrap="square" lIns="0" tIns="0" rIns="0" bIns="0" anchor="t" anchorCtr="0">
            <a:noAutofit/>
          </a:bodyPr>
          <a:lstStyle/>
          <a:p>
            <a:pPr marL="457200" lvl="0" indent="-298450" algn="l" rtl="0">
              <a:lnSpc>
                <a:spcPct val="115000"/>
              </a:lnSpc>
              <a:spcBef>
                <a:spcPts val="1200"/>
              </a:spcBef>
              <a:spcAft>
                <a:spcPts val="0"/>
              </a:spcAft>
              <a:buClr>
                <a:schemeClr val="dk1"/>
              </a:buClr>
              <a:buSzPts val="1100"/>
              <a:buChar char="●"/>
            </a:pPr>
            <a:r>
              <a:rPr lang="en-US" sz="1150">
                <a:solidFill>
                  <a:srgbClr val="334155"/>
                </a:solidFill>
                <a:latin typeface="Calibri"/>
                <a:ea typeface="Calibri"/>
                <a:cs typeface="Calibri"/>
                <a:sym typeface="Calibri"/>
              </a:rPr>
              <a:t>Documents and captions</a:t>
            </a:r>
            <a:endParaRPr sz="1150">
              <a:solidFill>
                <a:srgbClr val="334155"/>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US" sz="1150">
                <a:solidFill>
                  <a:srgbClr val="334155"/>
                </a:solidFill>
                <a:latin typeface="Calibri"/>
                <a:ea typeface="Calibri"/>
                <a:cs typeface="Calibri"/>
                <a:sym typeface="Calibri"/>
              </a:rPr>
              <a:t>OCR (text from images)</a:t>
            </a:r>
            <a:endParaRPr sz="1150">
              <a:solidFill>
                <a:srgbClr val="334155"/>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US" sz="1150">
                <a:solidFill>
                  <a:srgbClr val="334155"/>
                </a:solidFill>
                <a:latin typeface="Calibri"/>
                <a:ea typeface="Calibri"/>
                <a:cs typeface="Calibri"/>
                <a:sym typeface="Calibri"/>
              </a:rPr>
              <a:t>Sentiment analysis</a:t>
            </a:r>
            <a:endParaRPr sz="1150">
              <a:solidFill>
                <a:srgbClr val="334155"/>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US" sz="1150">
                <a:solidFill>
                  <a:srgbClr val="334155"/>
                </a:solidFill>
                <a:latin typeface="Calibri"/>
                <a:ea typeface="Calibri"/>
                <a:cs typeface="Calibri"/>
                <a:sym typeface="Calibri"/>
              </a:rPr>
              <a:t>Keywords and text</a:t>
            </a:r>
            <a:endParaRPr lang="en-US" sz="1150">
              <a:solidFill>
                <a:srgbClr val="334155"/>
              </a:solidFill>
              <a:latin typeface="Calibri"/>
              <a:ea typeface="Calibri"/>
              <a:cs typeface="Calibri"/>
              <a:sym typeface="Calibri"/>
            </a:endParaRPr>
          </a:p>
          <a:p>
            <a:pPr marL="158750" lvl="0" indent="0" algn="l" rtl="0">
              <a:lnSpc>
                <a:spcPct val="115000"/>
              </a:lnSpc>
              <a:spcBef>
                <a:spcPts val="0"/>
              </a:spcBef>
              <a:spcAft>
                <a:spcPts val="0"/>
              </a:spcAft>
              <a:buClr>
                <a:schemeClr val="dk1"/>
              </a:buClr>
              <a:buSzPts val="1100"/>
              <a:buNone/>
            </a:pPr>
            <a:r>
              <a:rPr lang="en-US" sz="1150">
                <a:solidFill>
                  <a:srgbClr val="334155"/>
                </a:solidFill>
                <a:latin typeface="Calibri"/>
                <a:ea typeface="Calibri"/>
                <a:cs typeface="Calibri"/>
                <a:sym typeface="Calibri"/>
              </a:rPr>
              <a:t>       features</a:t>
            </a:r>
            <a:endParaRPr sz="1150">
              <a:solidFill>
                <a:srgbClr val="334155"/>
              </a:solidFill>
              <a:latin typeface="Calibri"/>
              <a:ea typeface="Calibri"/>
              <a:cs typeface="Calibri"/>
              <a:sym typeface="Calibri"/>
            </a:endParaRPr>
          </a:p>
          <a:p>
            <a:pPr marL="0" marR="0" lvl="0" indent="0" algn="l" rtl="0">
              <a:spcBef>
                <a:spcPts val="1200"/>
              </a:spcBef>
              <a:spcAft>
                <a:spcPts val="0"/>
              </a:spcAft>
              <a:buClr>
                <a:srgbClr val="334155"/>
              </a:buClr>
              <a:buSzPts val="1150"/>
              <a:buFont typeface="Calibri"/>
              <a:buNone/>
            </a:pPr>
            <a:endParaRPr sz="1150">
              <a:solidFill>
                <a:srgbClr val="334155"/>
              </a:solidFill>
              <a:latin typeface="Calibri"/>
              <a:ea typeface="Calibri"/>
              <a:cs typeface="Calibri"/>
              <a:sym typeface="Calibri"/>
            </a:endParaRPr>
          </a:p>
        </p:txBody>
      </p:sp>
      <p:pic>
        <p:nvPicPr>
          <p:cNvPr id="196" name="Google Shape;196;p18"/>
          <p:cNvPicPr preferRelativeResize="0"/>
          <p:nvPr/>
        </p:nvPicPr>
        <p:blipFill rotWithShape="1">
          <a:blip r:embed="rId1"/>
          <a:srcRect/>
          <a:stretch>
            <a:fillRect/>
          </a:stretch>
        </p:blipFill>
        <p:spPr>
          <a:xfrm>
            <a:off x="7379335" y="1691640"/>
            <a:ext cx="1490345" cy="929005"/>
          </a:xfrm>
          <a:prstGeom prst="rect">
            <a:avLst/>
          </a:prstGeom>
          <a:noFill/>
          <a:ln>
            <a:noFill/>
          </a:ln>
        </p:spPr>
      </p:pic>
      <p:pic>
        <p:nvPicPr>
          <p:cNvPr id="197" name="Google Shape;197;p18"/>
          <p:cNvPicPr preferRelativeResize="0"/>
          <p:nvPr/>
        </p:nvPicPr>
        <p:blipFill rotWithShape="1">
          <a:blip r:embed="rId2"/>
          <a:srcRect/>
          <a:stretch>
            <a:fillRect/>
          </a:stretch>
        </p:blipFill>
        <p:spPr>
          <a:xfrm>
            <a:off x="3044825" y="3620135"/>
            <a:ext cx="1435735" cy="1134745"/>
          </a:xfrm>
          <a:prstGeom prst="rect">
            <a:avLst/>
          </a:prstGeom>
          <a:noFill/>
          <a:ln>
            <a:noFill/>
          </a:ln>
        </p:spPr>
      </p:pic>
      <p:pic>
        <p:nvPicPr>
          <p:cNvPr id="198" name="Google Shape;198;p18"/>
          <p:cNvPicPr preferRelativeResize="0"/>
          <p:nvPr/>
        </p:nvPicPr>
        <p:blipFill rotWithShape="1">
          <a:blip r:embed="rId3"/>
          <a:srcRect/>
          <a:stretch>
            <a:fillRect/>
          </a:stretch>
        </p:blipFill>
        <p:spPr>
          <a:xfrm>
            <a:off x="7101840" y="3559810"/>
            <a:ext cx="1767840" cy="1132205"/>
          </a:xfrm>
          <a:prstGeom prst="rect">
            <a:avLst/>
          </a:prstGeom>
          <a:noFill/>
          <a:ln>
            <a:noFill/>
          </a:ln>
        </p:spPr>
      </p:pic>
      <p:pic>
        <p:nvPicPr>
          <p:cNvPr id="199" name="Google Shape;199;p18"/>
          <p:cNvPicPr preferRelativeResize="0"/>
          <p:nvPr/>
        </p:nvPicPr>
        <p:blipFill rotWithShape="1">
          <a:blip r:embed="rId4"/>
          <a:srcRect/>
          <a:stretch>
            <a:fillRect/>
          </a:stretch>
        </p:blipFill>
        <p:spPr>
          <a:xfrm>
            <a:off x="3074035" y="1686560"/>
            <a:ext cx="1406525" cy="9391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204" name="Shape 204"/>
        <p:cNvGrpSpPr/>
        <p:nvPr/>
      </p:nvGrpSpPr>
      <p:grpSpPr>
        <a:xfrm>
          <a:off x="0" y="0"/>
          <a:ext cx="0" cy="0"/>
          <a:chOff x="0" y="0"/>
          <a:chExt cx="0" cy="0"/>
        </a:xfrm>
      </p:grpSpPr>
      <p:sp>
        <p:nvSpPr>
          <p:cNvPr id="205" name="Google Shape;205;p19"/>
          <p:cNvSpPr/>
          <p:nvPr/>
        </p:nvSpPr>
        <p:spPr>
          <a:xfrm>
            <a:off x="365760" y="182880"/>
            <a:ext cx="1371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C3AED"/>
              </a:buClr>
              <a:buSzPts val="1100"/>
              <a:buFont typeface="Calibri"/>
              <a:buNone/>
            </a:pPr>
            <a:r>
              <a:rPr lang="en-US" sz="1100" b="1">
                <a:solidFill>
                  <a:srgbClr val="7C3AED"/>
                </a:solidFill>
                <a:latin typeface="Calibri"/>
                <a:ea typeface="Calibri"/>
                <a:cs typeface="Calibri"/>
                <a:sym typeface="Calibri"/>
              </a:rPr>
              <a:t>03</a:t>
            </a:r>
            <a:endParaRPr sz="1100">
              <a:solidFill>
                <a:schemeClr val="lt1"/>
              </a:solidFill>
              <a:latin typeface="Arial"/>
              <a:ea typeface="Arial"/>
              <a:cs typeface="Arial"/>
              <a:sym typeface="Arial"/>
            </a:endParaRPr>
          </a:p>
        </p:txBody>
      </p:sp>
      <p:sp>
        <p:nvSpPr>
          <p:cNvPr id="206" name="Google Shape;206;p19"/>
          <p:cNvSpPr/>
          <p:nvPr/>
        </p:nvSpPr>
        <p:spPr>
          <a:xfrm>
            <a:off x="365760" y="457200"/>
            <a:ext cx="8412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Cambria"/>
              <a:buNone/>
            </a:pPr>
            <a:r>
              <a:rPr lang="en-US" sz="3200" b="1">
                <a:solidFill>
                  <a:srgbClr val="FFFFFF"/>
                </a:solidFill>
                <a:latin typeface="Cambria"/>
                <a:ea typeface="Cambria"/>
                <a:cs typeface="Cambria"/>
                <a:sym typeface="Cambria"/>
              </a:rPr>
              <a:t>Key Techniques &amp; Algorithms</a:t>
            </a:r>
            <a:endParaRPr sz="3200">
              <a:solidFill>
                <a:schemeClr val="lt1"/>
              </a:solidFill>
              <a:latin typeface="Arial"/>
              <a:ea typeface="Arial"/>
              <a:cs typeface="Arial"/>
              <a:sym typeface="Arial"/>
            </a:endParaRPr>
          </a:p>
        </p:txBody>
      </p:sp>
      <p:sp>
        <p:nvSpPr>
          <p:cNvPr id="207" name="Google Shape;207;p19"/>
          <p:cNvSpPr/>
          <p:nvPr/>
        </p:nvSpPr>
        <p:spPr>
          <a:xfrm>
            <a:off x="320040" y="1188720"/>
            <a:ext cx="2743200" cy="1691640"/>
          </a:xfrm>
          <a:prstGeom prst="roundRect">
            <a:avLst>
              <a:gd name="adj" fmla="val 5405"/>
            </a:avLst>
          </a:prstGeom>
          <a:solidFill>
            <a:srgbClr val="112240"/>
          </a:solidFill>
          <a:ln w="19050" cap="flat" cmpd="sng">
            <a:solidFill>
              <a:srgbClr val="00D4FF"/>
            </a:solidFill>
            <a:prstDash val="solid"/>
            <a:round/>
            <a:headEnd type="none" w="sm" len="sm"/>
            <a:tailEnd type="none" w="sm" len="sm"/>
          </a:ln>
          <a:effectLst>
            <a:outerShdw blurRad="152400" dist="38100" dir="2700000" algn="bl"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 name="Google Shape;208;p19"/>
          <p:cNvSpPr/>
          <p:nvPr/>
        </p:nvSpPr>
        <p:spPr>
          <a:xfrm>
            <a:off x="2651760" y="1261872"/>
            <a:ext cx="320040" cy="320040"/>
          </a:xfrm>
          <a:prstGeom prst="ellipse">
            <a:avLst/>
          </a:prstGeom>
          <a:solidFill>
            <a:srgbClr val="00D4FF">
              <a:alpha val="70196"/>
            </a:srgbClr>
          </a:solidFill>
          <a:ln w="12700" cap="flat" cmpd="sng">
            <a:solidFill>
              <a:srgbClr val="00D4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 name="Google Shape;209;p19"/>
          <p:cNvSpPr/>
          <p:nvPr/>
        </p:nvSpPr>
        <p:spPr>
          <a:xfrm>
            <a:off x="457200" y="1298448"/>
            <a:ext cx="2286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D4FF"/>
              </a:buClr>
              <a:buSzPts val="1350"/>
              <a:buFont typeface="Cambria"/>
              <a:buNone/>
            </a:pPr>
            <a:r>
              <a:rPr lang="en-US" sz="1350" b="1">
                <a:solidFill>
                  <a:srgbClr val="00D4FF"/>
                </a:solidFill>
                <a:latin typeface="Cambria"/>
                <a:ea typeface="Cambria"/>
                <a:cs typeface="Cambria"/>
                <a:sym typeface="Cambria"/>
              </a:rPr>
              <a:t>Feature Extraction</a:t>
            </a:r>
            <a:endParaRPr sz="1350">
              <a:solidFill>
                <a:schemeClr val="lt1"/>
              </a:solidFill>
              <a:latin typeface="Arial"/>
              <a:ea typeface="Arial"/>
              <a:cs typeface="Arial"/>
              <a:sym typeface="Arial"/>
            </a:endParaRPr>
          </a:p>
        </p:txBody>
      </p:sp>
      <p:sp>
        <p:nvSpPr>
          <p:cNvPr id="210" name="Google Shape;210;p19"/>
          <p:cNvSpPr/>
          <p:nvPr/>
        </p:nvSpPr>
        <p:spPr>
          <a:xfrm>
            <a:off x="457200" y="1810512"/>
            <a:ext cx="2514600" cy="9601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00"/>
              <a:buFont typeface="Calibri"/>
              <a:buNone/>
            </a:pPr>
            <a:r>
              <a:rPr lang="en-US" sz="1300">
                <a:solidFill>
                  <a:srgbClr val="CBD5E1"/>
                </a:solidFill>
                <a:latin typeface="Calibri"/>
                <a:ea typeface="Calibri"/>
                <a:cs typeface="Calibri"/>
                <a:sym typeface="Calibri"/>
              </a:rPr>
              <a:t>Extract important features from multimedia data. </a:t>
            </a:r>
            <a:endParaRPr sz="1300">
              <a:solidFill>
                <a:srgbClr val="CBD5E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1300">
                <a:solidFill>
                  <a:srgbClr val="CBD5E1"/>
                </a:solidFill>
                <a:latin typeface="Calibri"/>
                <a:ea typeface="Calibri"/>
                <a:cs typeface="Calibri"/>
                <a:sym typeface="Calibri"/>
              </a:rPr>
              <a:t>Examples: SIFT MFCC CNN features</a:t>
            </a:r>
            <a:endParaRPr sz="1300">
              <a:solidFill>
                <a:srgbClr val="CBD5E1"/>
              </a:solidFill>
              <a:latin typeface="Calibri"/>
              <a:ea typeface="Calibri"/>
              <a:cs typeface="Calibri"/>
              <a:sym typeface="Calibri"/>
            </a:endParaRPr>
          </a:p>
          <a:p>
            <a:pPr marL="0" marR="0" lvl="0" indent="0" algn="l" rtl="0">
              <a:spcBef>
                <a:spcPts val="1200"/>
              </a:spcBef>
              <a:spcAft>
                <a:spcPts val="0"/>
              </a:spcAft>
              <a:buClr>
                <a:srgbClr val="CBD5E1"/>
              </a:buClr>
              <a:buSzPts val="1100"/>
              <a:buFont typeface="Calibri"/>
              <a:buNone/>
            </a:pPr>
            <a:endParaRPr sz="1300">
              <a:solidFill>
                <a:srgbClr val="CBD5E1"/>
              </a:solidFill>
              <a:latin typeface="Calibri"/>
              <a:ea typeface="Calibri"/>
              <a:cs typeface="Calibri"/>
              <a:sym typeface="Calibri"/>
            </a:endParaRPr>
          </a:p>
        </p:txBody>
      </p:sp>
      <p:sp>
        <p:nvSpPr>
          <p:cNvPr id="211" name="Google Shape;211;p19"/>
          <p:cNvSpPr/>
          <p:nvPr/>
        </p:nvSpPr>
        <p:spPr>
          <a:xfrm>
            <a:off x="3246120" y="1188720"/>
            <a:ext cx="2743200" cy="1691640"/>
          </a:xfrm>
          <a:prstGeom prst="roundRect">
            <a:avLst>
              <a:gd name="adj" fmla="val 5405"/>
            </a:avLst>
          </a:prstGeom>
          <a:solidFill>
            <a:srgbClr val="112240"/>
          </a:solidFill>
          <a:ln w="19050" cap="flat" cmpd="sng">
            <a:solidFill>
              <a:srgbClr val="7C3AED"/>
            </a:solidFill>
            <a:prstDash val="solid"/>
            <a:round/>
            <a:headEnd type="none" w="sm" len="sm"/>
            <a:tailEnd type="none" w="sm" len="sm"/>
          </a:ln>
          <a:effectLst>
            <a:outerShdw blurRad="152400" dist="38100" dir="2700000" algn="bl"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 name="Google Shape;212;p19"/>
          <p:cNvSpPr/>
          <p:nvPr/>
        </p:nvSpPr>
        <p:spPr>
          <a:xfrm>
            <a:off x="5577840" y="1261872"/>
            <a:ext cx="320040" cy="320040"/>
          </a:xfrm>
          <a:prstGeom prst="ellipse">
            <a:avLst/>
          </a:prstGeom>
          <a:solidFill>
            <a:srgbClr val="7C3AED">
              <a:alpha val="70196"/>
            </a:srgbClr>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 name="Google Shape;213;p19"/>
          <p:cNvSpPr/>
          <p:nvPr/>
        </p:nvSpPr>
        <p:spPr>
          <a:xfrm>
            <a:off x="3383280" y="1298448"/>
            <a:ext cx="2286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C3AED"/>
              </a:buClr>
              <a:buSzPts val="1350"/>
              <a:buFont typeface="Cambria"/>
              <a:buNone/>
            </a:pPr>
            <a:r>
              <a:rPr lang="en-US" sz="1350" b="1">
                <a:solidFill>
                  <a:srgbClr val="7C3AED"/>
                </a:solidFill>
                <a:latin typeface="Cambria"/>
                <a:ea typeface="Cambria"/>
                <a:cs typeface="Cambria"/>
                <a:sym typeface="Cambria"/>
              </a:rPr>
              <a:t>Clustering</a:t>
            </a:r>
            <a:endParaRPr sz="1350">
              <a:solidFill>
                <a:schemeClr val="lt1"/>
              </a:solidFill>
              <a:latin typeface="Arial"/>
              <a:ea typeface="Arial"/>
              <a:cs typeface="Arial"/>
              <a:sym typeface="Arial"/>
            </a:endParaRPr>
          </a:p>
        </p:txBody>
      </p:sp>
      <p:sp>
        <p:nvSpPr>
          <p:cNvPr id="214" name="Google Shape;214;p19"/>
          <p:cNvSpPr/>
          <p:nvPr/>
        </p:nvSpPr>
        <p:spPr>
          <a:xfrm>
            <a:off x="3360425" y="1755640"/>
            <a:ext cx="2514600" cy="76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00"/>
              <a:buFont typeface="Calibri"/>
              <a:buNone/>
            </a:pPr>
            <a:r>
              <a:rPr lang="en-US" sz="1300">
                <a:solidFill>
                  <a:srgbClr val="CBD5E1"/>
                </a:solidFill>
                <a:latin typeface="Calibri"/>
                <a:ea typeface="Calibri"/>
                <a:cs typeface="Calibri"/>
                <a:sym typeface="Calibri"/>
              </a:rPr>
              <a:t>Group similar multimedia data automatically. </a:t>
            </a:r>
            <a:endParaRPr sz="1300">
              <a:solidFill>
                <a:srgbClr val="CBD5E1"/>
              </a:solidFill>
              <a:latin typeface="Calibri"/>
              <a:ea typeface="Calibri"/>
              <a:cs typeface="Calibri"/>
              <a:sym typeface="Calibri"/>
            </a:endParaRPr>
          </a:p>
          <a:p>
            <a:pPr marL="0" marR="0" lvl="0" indent="0" algn="l" rtl="0">
              <a:spcBef>
                <a:spcPts val="0"/>
              </a:spcBef>
              <a:spcAft>
                <a:spcPts val="0"/>
              </a:spcAft>
              <a:buClr>
                <a:srgbClr val="CBD5E1"/>
              </a:buClr>
              <a:buSzPts val="1100"/>
              <a:buFont typeface="Calibri"/>
              <a:buNone/>
            </a:pPr>
            <a:r>
              <a:rPr lang="en-US" sz="1300">
                <a:solidFill>
                  <a:srgbClr val="CBD5E1"/>
                </a:solidFill>
                <a:latin typeface="Calibri"/>
                <a:ea typeface="Calibri"/>
                <a:cs typeface="Calibri"/>
                <a:sym typeface="Calibri"/>
              </a:rPr>
              <a:t>Example:</a:t>
            </a:r>
            <a:r>
              <a:rPr lang="en-US" sz="1300">
                <a:solidFill>
                  <a:srgbClr val="CBD5E1"/>
                </a:solidFill>
                <a:latin typeface="Calibri"/>
                <a:ea typeface="Calibri"/>
                <a:cs typeface="Calibri"/>
                <a:sym typeface="Calibri"/>
              </a:rPr>
              <a:t>K-Means, DBSCAN,</a:t>
            </a:r>
            <a:endParaRPr sz="1300">
              <a:solidFill>
                <a:schemeClr val="lt1"/>
              </a:solidFill>
              <a:latin typeface="Arial"/>
              <a:ea typeface="Arial"/>
              <a:cs typeface="Arial"/>
              <a:sym typeface="Arial"/>
            </a:endParaRPr>
          </a:p>
        </p:txBody>
      </p:sp>
      <p:sp>
        <p:nvSpPr>
          <p:cNvPr id="215" name="Google Shape;215;p19"/>
          <p:cNvSpPr/>
          <p:nvPr/>
        </p:nvSpPr>
        <p:spPr>
          <a:xfrm>
            <a:off x="6172200" y="1188720"/>
            <a:ext cx="2743200" cy="1691640"/>
          </a:xfrm>
          <a:prstGeom prst="roundRect">
            <a:avLst>
              <a:gd name="adj" fmla="val 5405"/>
            </a:avLst>
          </a:prstGeom>
          <a:solidFill>
            <a:srgbClr val="112240"/>
          </a:solidFill>
          <a:ln w="19050" cap="flat" cmpd="sng">
            <a:solidFill>
              <a:srgbClr val="10B981"/>
            </a:solidFill>
            <a:prstDash val="solid"/>
            <a:round/>
            <a:headEnd type="none" w="sm" len="sm"/>
            <a:tailEnd type="none" w="sm" len="sm"/>
          </a:ln>
          <a:effectLst>
            <a:outerShdw blurRad="152400" dist="38100" dir="2700000" algn="bl"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 name="Google Shape;216;p19"/>
          <p:cNvSpPr/>
          <p:nvPr/>
        </p:nvSpPr>
        <p:spPr>
          <a:xfrm>
            <a:off x="8503920" y="1261872"/>
            <a:ext cx="320040" cy="320040"/>
          </a:xfrm>
          <a:prstGeom prst="ellipse">
            <a:avLst/>
          </a:prstGeom>
          <a:solidFill>
            <a:srgbClr val="10B981">
              <a:alpha val="70196"/>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 name="Google Shape;217;p19"/>
          <p:cNvSpPr/>
          <p:nvPr/>
        </p:nvSpPr>
        <p:spPr>
          <a:xfrm>
            <a:off x="6309360" y="1298448"/>
            <a:ext cx="2286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350"/>
              <a:buFont typeface="Cambria"/>
              <a:buNone/>
            </a:pPr>
            <a:r>
              <a:rPr lang="en-US" sz="1350" b="1">
                <a:solidFill>
                  <a:srgbClr val="10B981"/>
                </a:solidFill>
                <a:latin typeface="Cambria"/>
                <a:ea typeface="Cambria"/>
                <a:cs typeface="Cambria"/>
                <a:sym typeface="Cambria"/>
              </a:rPr>
              <a:t>Classification</a:t>
            </a:r>
            <a:endParaRPr sz="1350">
              <a:solidFill>
                <a:schemeClr val="lt1"/>
              </a:solidFill>
              <a:latin typeface="Arial"/>
              <a:ea typeface="Arial"/>
              <a:cs typeface="Arial"/>
              <a:sym typeface="Arial"/>
            </a:endParaRPr>
          </a:p>
        </p:txBody>
      </p:sp>
      <p:sp>
        <p:nvSpPr>
          <p:cNvPr id="218" name="Google Shape;218;p19"/>
          <p:cNvSpPr/>
          <p:nvPr/>
        </p:nvSpPr>
        <p:spPr>
          <a:xfrm>
            <a:off x="6309360" y="1810512"/>
            <a:ext cx="2514600" cy="9601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00"/>
              <a:buFont typeface="Calibri"/>
              <a:buNone/>
            </a:pPr>
            <a:r>
              <a:rPr lang="en-US" sz="1300">
                <a:solidFill>
                  <a:srgbClr val="CBD5E1"/>
                </a:solidFill>
                <a:latin typeface="Calibri"/>
                <a:ea typeface="Calibri"/>
                <a:cs typeface="Calibri"/>
                <a:sym typeface="Calibri"/>
              </a:rPr>
              <a:t>Classify multimedia into predefined categories. </a:t>
            </a:r>
            <a:endParaRPr sz="1300">
              <a:solidFill>
                <a:srgbClr val="CBD5E1"/>
              </a:solidFill>
              <a:latin typeface="Calibri"/>
              <a:ea typeface="Calibri"/>
              <a:cs typeface="Calibri"/>
              <a:sym typeface="Calibri"/>
            </a:endParaRPr>
          </a:p>
          <a:p>
            <a:pPr marL="0" lvl="0" indent="0" algn="l" rtl="0">
              <a:spcBef>
                <a:spcPts val="0"/>
              </a:spcBef>
              <a:spcAft>
                <a:spcPts val="0"/>
              </a:spcAft>
              <a:buClr>
                <a:srgbClr val="CBD5E1"/>
              </a:buClr>
              <a:buSzPts val="1100"/>
              <a:buFont typeface="Calibri"/>
              <a:buNone/>
            </a:pPr>
            <a:r>
              <a:rPr lang="en-US" sz="1300">
                <a:solidFill>
                  <a:srgbClr val="CBD5E1"/>
                </a:solidFill>
                <a:latin typeface="Calibri"/>
                <a:ea typeface="Calibri"/>
                <a:cs typeface="Calibri"/>
                <a:sym typeface="Calibri"/>
              </a:rPr>
              <a:t>Example:SVM,Random Forest ,Deep Neural Networks</a:t>
            </a:r>
            <a:endParaRPr sz="1300">
              <a:solidFill>
                <a:srgbClr val="CBD5E1"/>
              </a:solidFill>
              <a:latin typeface="Calibri"/>
              <a:ea typeface="Calibri"/>
              <a:cs typeface="Calibri"/>
              <a:sym typeface="Calibri"/>
            </a:endParaRPr>
          </a:p>
          <a:p>
            <a:pPr marL="0" lvl="0" indent="0" algn="l" rtl="0">
              <a:spcBef>
                <a:spcPts val="0"/>
              </a:spcBef>
              <a:spcAft>
                <a:spcPts val="0"/>
              </a:spcAft>
              <a:buClr>
                <a:srgbClr val="CBD5E1"/>
              </a:buClr>
              <a:buSzPts val="1100"/>
              <a:buFont typeface="Calibri"/>
              <a:buNone/>
            </a:pPr>
            <a:endParaRPr sz="1300">
              <a:solidFill>
                <a:srgbClr val="CBD5E1"/>
              </a:solidFill>
              <a:latin typeface="Calibri"/>
              <a:ea typeface="Calibri"/>
              <a:cs typeface="Calibri"/>
              <a:sym typeface="Calibri"/>
            </a:endParaRPr>
          </a:p>
          <a:p>
            <a:pPr marL="0" marR="0" lvl="0" indent="0" algn="l" rtl="0">
              <a:spcBef>
                <a:spcPts val="0"/>
              </a:spcBef>
              <a:spcAft>
                <a:spcPts val="0"/>
              </a:spcAft>
              <a:buClr>
                <a:srgbClr val="CBD5E1"/>
              </a:buClr>
              <a:buSzPts val="1100"/>
              <a:buFont typeface="Calibri"/>
              <a:buNone/>
            </a:pPr>
            <a:endParaRPr sz="1300">
              <a:solidFill>
                <a:srgbClr val="CBD5E1"/>
              </a:solidFill>
              <a:latin typeface="Calibri"/>
              <a:ea typeface="Calibri"/>
              <a:cs typeface="Calibri"/>
              <a:sym typeface="Calibri"/>
            </a:endParaRPr>
          </a:p>
        </p:txBody>
      </p:sp>
      <p:sp>
        <p:nvSpPr>
          <p:cNvPr id="219" name="Google Shape;219;p19"/>
          <p:cNvSpPr/>
          <p:nvPr/>
        </p:nvSpPr>
        <p:spPr>
          <a:xfrm>
            <a:off x="320040" y="3063240"/>
            <a:ext cx="2743200" cy="1691640"/>
          </a:xfrm>
          <a:prstGeom prst="roundRect">
            <a:avLst>
              <a:gd name="adj" fmla="val 5405"/>
            </a:avLst>
          </a:prstGeom>
          <a:solidFill>
            <a:srgbClr val="112240"/>
          </a:solidFill>
          <a:ln w="19050" cap="flat" cmpd="sng">
            <a:solidFill>
              <a:srgbClr val="F59E0B"/>
            </a:solidFill>
            <a:prstDash val="solid"/>
            <a:round/>
            <a:headEnd type="none" w="sm" len="sm"/>
            <a:tailEnd type="none" w="sm" len="sm"/>
          </a:ln>
          <a:effectLst>
            <a:outerShdw blurRad="152400" dist="38100" dir="2700000" algn="bl"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 name="Google Shape;220;p19"/>
          <p:cNvSpPr/>
          <p:nvPr/>
        </p:nvSpPr>
        <p:spPr>
          <a:xfrm>
            <a:off x="2651760" y="3136392"/>
            <a:ext cx="320040" cy="320040"/>
          </a:xfrm>
          <a:prstGeom prst="ellipse">
            <a:avLst/>
          </a:prstGeom>
          <a:solidFill>
            <a:srgbClr val="F59E0B">
              <a:alpha val="70196"/>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 name="Google Shape;221;p19"/>
          <p:cNvSpPr/>
          <p:nvPr/>
        </p:nvSpPr>
        <p:spPr>
          <a:xfrm>
            <a:off x="457200" y="3172968"/>
            <a:ext cx="2286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1350"/>
              <a:buFont typeface="Cambria"/>
              <a:buNone/>
            </a:pPr>
            <a:r>
              <a:rPr lang="en-US" sz="1350" b="1">
                <a:solidFill>
                  <a:srgbClr val="F59E0B"/>
                </a:solidFill>
                <a:latin typeface="Cambria"/>
                <a:ea typeface="Cambria"/>
                <a:cs typeface="Cambria"/>
                <a:sym typeface="Cambria"/>
              </a:rPr>
              <a:t>Similarity Search</a:t>
            </a:r>
            <a:endParaRPr sz="1350">
              <a:solidFill>
                <a:schemeClr val="lt1"/>
              </a:solidFill>
              <a:latin typeface="Arial"/>
              <a:ea typeface="Arial"/>
              <a:cs typeface="Arial"/>
              <a:sym typeface="Arial"/>
            </a:endParaRPr>
          </a:p>
        </p:txBody>
      </p:sp>
      <p:sp>
        <p:nvSpPr>
          <p:cNvPr id="222" name="Google Shape;222;p19"/>
          <p:cNvSpPr/>
          <p:nvPr/>
        </p:nvSpPr>
        <p:spPr>
          <a:xfrm>
            <a:off x="457200" y="3685032"/>
            <a:ext cx="2514600" cy="9601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00"/>
              <a:buFont typeface="Calibri"/>
              <a:buNone/>
            </a:pPr>
            <a:r>
              <a:rPr lang="en-US" sz="1300">
                <a:solidFill>
                  <a:srgbClr val="CBD5E1"/>
                </a:solidFill>
                <a:latin typeface="Calibri"/>
                <a:ea typeface="Calibri"/>
                <a:cs typeface="Calibri"/>
                <a:sym typeface="Calibri"/>
              </a:rPr>
              <a:t>Find images, videos, or audio similar to a given item. </a:t>
            </a:r>
            <a:endParaRPr sz="1300">
              <a:solidFill>
                <a:srgbClr val="CBD5E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1300">
                <a:solidFill>
                  <a:srgbClr val="CBD5E1"/>
                </a:solidFill>
                <a:latin typeface="Calibri"/>
                <a:ea typeface="Calibri"/>
                <a:cs typeface="Calibri"/>
                <a:sym typeface="Calibri"/>
              </a:rPr>
              <a:t>Example: Google Images "Search by Image"</a:t>
            </a:r>
            <a:endParaRPr sz="1300">
              <a:solidFill>
                <a:srgbClr val="CBD5E1"/>
              </a:solidFill>
              <a:latin typeface="Calibri"/>
              <a:ea typeface="Calibri"/>
              <a:cs typeface="Calibri"/>
              <a:sym typeface="Calibri"/>
            </a:endParaRPr>
          </a:p>
          <a:p>
            <a:pPr marL="0" marR="0" lvl="0" indent="0" algn="l" rtl="0">
              <a:spcBef>
                <a:spcPts val="1200"/>
              </a:spcBef>
              <a:spcAft>
                <a:spcPts val="0"/>
              </a:spcAft>
              <a:buClr>
                <a:srgbClr val="CBD5E1"/>
              </a:buClr>
              <a:buSzPts val="1100"/>
              <a:buFont typeface="Calibri"/>
              <a:buNone/>
            </a:pPr>
            <a:endParaRPr sz="1300">
              <a:solidFill>
                <a:srgbClr val="CBD5E1"/>
              </a:solidFill>
              <a:latin typeface="Calibri"/>
              <a:ea typeface="Calibri"/>
              <a:cs typeface="Calibri"/>
              <a:sym typeface="Calibri"/>
            </a:endParaRPr>
          </a:p>
        </p:txBody>
      </p:sp>
      <p:sp>
        <p:nvSpPr>
          <p:cNvPr id="223" name="Google Shape;223;p19"/>
          <p:cNvSpPr/>
          <p:nvPr/>
        </p:nvSpPr>
        <p:spPr>
          <a:xfrm>
            <a:off x="3246120" y="3063240"/>
            <a:ext cx="2743200" cy="1691640"/>
          </a:xfrm>
          <a:prstGeom prst="roundRect">
            <a:avLst>
              <a:gd name="adj" fmla="val 5405"/>
            </a:avLst>
          </a:prstGeom>
          <a:solidFill>
            <a:srgbClr val="112240"/>
          </a:solidFill>
          <a:ln w="19050" cap="flat" cmpd="sng">
            <a:solidFill>
              <a:srgbClr val="EC4899"/>
            </a:solidFill>
            <a:prstDash val="solid"/>
            <a:round/>
            <a:headEnd type="none" w="sm" len="sm"/>
            <a:tailEnd type="none" w="sm" len="sm"/>
          </a:ln>
          <a:effectLst>
            <a:outerShdw blurRad="152400" dist="38100" dir="2700000" algn="bl"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 name="Google Shape;224;p19"/>
          <p:cNvSpPr/>
          <p:nvPr/>
        </p:nvSpPr>
        <p:spPr>
          <a:xfrm>
            <a:off x="5577840" y="3136392"/>
            <a:ext cx="320040" cy="320040"/>
          </a:xfrm>
          <a:prstGeom prst="ellipse">
            <a:avLst/>
          </a:prstGeom>
          <a:solidFill>
            <a:srgbClr val="EC4899">
              <a:alpha val="70196"/>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 name="Google Shape;225;p19"/>
          <p:cNvSpPr/>
          <p:nvPr/>
        </p:nvSpPr>
        <p:spPr>
          <a:xfrm>
            <a:off x="3383280" y="3172968"/>
            <a:ext cx="2286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C4899"/>
              </a:buClr>
              <a:buSzPts val="1350"/>
              <a:buFont typeface="Cambria"/>
              <a:buNone/>
            </a:pPr>
            <a:r>
              <a:rPr lang="en-US" sz="1350" b="1">
                <a:solidFill>
                  <a:srgbClr val="EC4899"/>
                </a:solidFill>
                <a:latin typeface="Cambria"/>
                <a:ea typeface="Cambria"/>
                <a:cs typeface="Cambria"/>
                <a:sym typeface="Cambria"/>
              </a:rPr>
              <a:t>Deep Learning</a:t>
            </a:r>
            <a:endParaRPr sz="1350">
              <a:solidFill>
                <a:schemeClr val="lt1"/>
              </a:solidFill>
              <a:latin typeface="Arial"/>
              <a:ea typeface="Arial"/>
              <a:cs typeface="Arial"/>
              <a:sym typeface="Arial"/>
            </a:endParaRPr>
          </a:p>
        </p:txBody>
      </p:sp>
      <p:sp>
        <p:nvSpPr>
          <p:cNvPr id="226" name="Google Shape;226;p19"/>
          <p:cNvSpPr/>
          <p:nvPr/>
        </p:nvSpPr>
        <p:spPr>
          <a:xfrm>
            <a:off x="3314700" y="3522248"/>
            <a:ext cx="2514600" cy="118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00"/>
              <a:buFont typeface="Calibri"/>
              <a:buNone/>
            </a:pPr>
            <a:endParaRPr sz="1300">
              <a:solidFill>
                <a:srgbClr val="CBD5E1"/>
              </a:solidFill>
              <a:latin typeface="Calibri"/>
              <a:ea typeface="Calibri"/>
              <a:cs typeface="Calibri"/>
              <a:sym typeface="Calibri"/>
            </a:endParaRPr>
          </a:p>
          <a:p>
            <a:pPr marL="0" marR="0" lvl="0" indent="0" algn="l" rtl="0">
              <a:spcBef>
                <a:spcPts val="0"/>
              </a:spcBef>
              <a:spcAft>
                <a:spcPts val="0"/>
              </a:spcAft>
              <a:buClr>
                <a:srgbClr val="CBD5E1"/>
              </a:buClr>
              <a:buSzPts val="1100"/>
              <a:buFont typeface="Calibri"/>
              <a:buNone/>
            </a:pPr>
            <a:r>
              <a:rPr lang="en-US" sz="1300">
                <a:solidFill>
                  <a:srgbClr val="CBD5E1"/>
                </a:solidFill>
                <a:latin typeface="Calibri"/>
                <a:ea typeface="Calibri"/>
                <a:cs typeface="Calibri"/>
                <a:sym typeface="Calibri"/>
              </a:rPr>
              <a:t>Use neural networks to automatically learn complex multimedia patterns.</a:t>
            </a:r>
            <a:endParaRPr sz="1300">
              <a:solidFill>
                <a:srgbClr val="CBD5E1"/>
              </a:solidFill>
              <a:latin typeface="Calibri"/>
              <a:ea typeface="Calibri"/>
              <a:cs typeface="Calibri"/>
              <a:sym typeface="Calibri"/>
            </a:endParaRPr>
          </a:p>
          <a:p>
            <a:pPr marL="0" marR="0" lvl="0" indent="0" algn="l" rtl="0">
              <a:spcBef>
                <a:spcPts val="0"/>
              </a:spcBef>
              <a:spcAft>
                <a:spcPts val="0"/>
              </a:spcAft>
              <a:buClr>
                <a:srgbClr val="CBD5E1"/>
              </a:buClr>
              <a:buSzPts val="1100"/>
              <a:buFont typeface="Calibri"/>
              <a:buNone/>
            </a:pPr>
            <a:r>
              <a:rPr lang="en-US" sz="1300">
                <a:solidFill>
                  <a:srgbClr val="CBD5E1"/>
                </a:solidFill>
                <a:latin typeface="Calibri"/>
                <a:ea typeface="Calibri"/>
                <a:cs typeface="Calibri"/>
                <a:sym typeface="Calibri"/>
              </a:rPr>
              <a:t> Examples:  CNN (Images)</a:t>
            </a:r>
            <a:endParaRPr sz="1300">
              <a:solidFill>
                <a:srgbClr val="CBD5E1"/>
              </a:solidFill>
              <a:latin typeface="Calibri"/>
              <a:ea typeface="Calibri"/>
              <a:cs typeface="Calibri"/>
              <a:sym typeface="Calibri"/>
            </a:endParaRPr>
          </a:p>
          <a:p>
            <a:pPr marL="0" marR="0" lvl="0" indent="0" algn="l" rtl="0">
              <a:spcBef>
                <a:spcPts val="0"/>
              </a:spcBef>
              <a:spcAft>
                <a:spcPts val="0"/>
              </a:spcAft>
              <a:buClr>
                <a:srgbClr val="CBD5E1"/>
              </a:buClr>
              <a:buSzPts val="1100"/>
              <a:buFont typeface="Calibri"/>
              <a:buNone/>
            </a:pPr>
            <a:r>
              <a:rPr lang="en-US" sz="1300">
                <a:solidFill>
                  <a:srgbClr val="CBD5E1"/>
                </a:solidFill>
                <a:latin typeface="Calibri"/>
                <a:ea typeface="Calibri"/>
                <a:cs typeface="Calibri"/>
                <a:sym typeface="Calibri"/>
              </a:rPr>
              <a:t>RNN/Transformers (Audio &amp; Text).GANs (GenerateImages)</a:t>
            </a:r>
            <a:endParaRPr sz="1300">
              <a:solidFill>
                <a:srgbClr val="CBD5E1"/>
              </a:solidFill>
              <a:latin typeface="Calibri"/>
              <a:ea typeface="Calibri"/>
              <a:cs typeface="Calibri"/>
              <a:sym typeface="Calibri"/>
            </a:endParaRPr>
          </a:p>
          <a:p>
            <a:pPr marL="0" marR="0" lvl="0" indent="0" algn="l" rtl="0">
              <a:spcBef>
                <a:spcPts val="0"/>
              </a:spcBef>
              <a:spcAft>
                <a:spcPts val="0"/>
              </a:spcAft>
              <a:buClr>
                <a:srgbClr val="CBD5E1"/>
              </a:buClr>
              <a:buSzPts val="1100"/>
              <a:buFont typeface="Calibri"/>
              <a:buNone/>
            </a:pPr>
            <a:endParaRPr sz="1300">
              <a:solidFill>
                <a:srgbClr val="CBD5E1"/>
              </a:solidFill>
              <a:latin typeface="Calibri"/>
              <a:ea typeface="Calibri"/>
              <a:cs typeface="Calibri"/>
              <a:sym typeface="Calibri"/>
            </a:endParaRPr>
          </a:p>
        </p:txBody>
      </p:sp>
      <p:sp>
        <p:nvSpPr>
          <p:cNvPr id="227" name="Google Shape;227;p19"/>
          <p:cNvSpPr/>
          <p:nvPr/>
        </p:nvSpPr>
        <p:spPr>
          <a:xfrm>
            <a:off x="6172200" y="3063240"/>
            <a:ext cx="2743200" cy="1691640"/>
          </a:xfrm>
          <a:prstGeom prst="roundRect">
            <a:avLst>
              <a:gd name="adj" fmla="val 5405"/>
            </a:avLst>
          </a:prstGeom>
          <a:solidFill>
            <a:srgbClr val="112240"/>
          </a:solidFill>
          <a:ln w="19050" cap="flat" cmpd="sng">
            <a:solidFill>
              <a:srgbClr val="F97316"/>
            </a:solidFill>
            <a:prstDash val="solid"/>
            <a:round/>
            <a:headEnd type="none" w="sm" len="sm"/>
            <a:tailEnd type="none" w="sm" len="sm"/>
          </a:ln>
          <a:effectLst>
            <a:outerShdw blurRad="152400" dist="38100" dir="2700000" algn="bl" rotWithShape="0">
              <a:srgbClr val="000000">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 name="Google Shape;228;p19"/>
          <p:cNvSpPr/>
          <p:nvPr/>
        </p:nvSpPr>
        <p:spPr>
          <a:xfrm>
            <a:off x="8503920" y="3136392"/>
            <a:ext cx="320040" cy="320040"/>
          </a:xfrm>
          <a:prstGeom prst="ellipse">
            <a:avLst/>
          </a:prstGeom>
          <a:solidFill>
            <a:srgbClr val="F97316">
              <a:alpha val="70196"/>
            </a:srgbClr>
          </a:solidFill>
          <a:ln w="12700" cap="flat" cmpd="sng">
            <a:solidFill>
              <a:srgbClr val="F9731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 name="Google Shape;229;p19"/>
          <p:cNvSpPr/>
          <p:nvPr/>
        </p:nvSpPr>
        <p:spPr>
          <a:xfrm>
            <a:off x="6309360" y="3172968"/>
            <a:ext cx="2286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97316"/>
              </a:buClr>
              <a:buSzPts val="1350"/>
              <a:buFont typeface="Cambria"/>
              <a:buNone/>
            </a:pPr>
            <a:r>
              <a:rPr lang="en-US" sz="1350" b="1">
                <a:solidFill>
                  <a:srgbClr val="F97316"/>
                </a:solidFill>
                <a:latin typeface="Cambria"/>
                <a:ea typeface="Cambria"/>
                <a:cs typeface="Cambria"/>
                <a:sym typeface="Cambria"/>
              </a:rPr>
              <a:t>Association Mining</a:t>
            </a:r>
            <a:endParaRPr sz="1350">
              <a:solidFill>
                <a:schemeClr val="lt1"/>
              </a:solidFill>
              <a:latin typeface="Arial"/>
              <a:ea typeface="Arial"/>
              <a:cs typeface="Arial"/>
              <a:sym typeface="Arial"/>
            </a:endParaRPr>
          </a:p>
        </p:txBody>
      </p:sp>
      <p:sp>
        <p:nvSpPr>
          <p:cNvPr id="230" name="Google Shape;230;p19"/>
          <p:cNvSpPr/>
          <p:nvPr/>
        </p:nvSpPr>
        <p:spPr>
          <a:xfrm>
            <a:off x="6309350" y="3456425"/>
            <a:ext cx="2514600" cy="118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00"/>
              <a:buFont typeface="Calibri"/>
              <a:buNone/>
            </a:pPr>
            <a:r>
              <a:rPr lang="en-US" sz="1300">
                <a:solidFill>
                  <a:srgbClr val="CBD5E1"/>
                </a:solidFill>
                <a:latin typeface="Calibri"/>
                <a:ea typeface="Calibri"/>
                <a:cs typeface="Calibri"/>
                <a:sym typeface="Calibri"/>
              </a:rPr>
              <a:t>Find relationships between different multimedia data. </a:t>
            </a:r>
            <a:endParaRPr sz="1300">
              <a:solidFill>
                <a:srgbClr val="CBD5E1"/>
              </a:solidFill>
              <a:latin typeface="Calibri"/>
              <a:ea typeface="Calibri"/>
              <a:cs typeface="Calibri"/>
              <a:sym typeface="Calibri"/>
            </a:endParaRPr>
          </a:p>
          <a:p>
            <a:pPr marL="0" marR="0" lvl="0" indent="0" algn="l" rtl="0">
              <a:spcBef>
                <a:spcPts val="0"/>
              </a:spcBef>
              <a:spcAft>
                <a:spcPts val="0"/>
              </a:spcAft>
              <a:buClr>
                <a:srgbClr val="CBD5E1"/>
              </a:buClr>
              <a:buSzPts val="1100"/>
              <a:buFont typeface="Calibri"/>
              <a:buNone/>
            </a:pPr>
            <a:r>
              <a:rPr lang="en-US" sz="1300">
                <a:solidFill>
                  <a:srgbClr val="CBD5E1"/>
                </a:solidFill>
                <a:latin typeface="Calibri"/>
                <a:ea typeface="Calibri"/>
                <a:cs typeface="Calibri"/>
                <a:sym typeface="Calibri"/>
              </a:rPr>
              <a:t>Example: A news article with images and videos about the same event.</a:t>
            </a:r>
            <a:endParaRPr sz="1300">
              <a:solidFill>
                <a:srgbClr val="CBD5E1"/>
              </a:solidFill>
              <a:latin typeface="Calibri"/>
              <a:ea typeface="Calibri"/>
              <a:cs typeface="Calibri"/>
              <a:sym typeface="Calibri"/>
            </a:endParaRPr>
          </a:p>
          <a:p>
            <a:pPr marL="0" marR="0" lvl="0" indent="0" algn="l" rtl="0">
              <a:spcBef>
                <a:spcPts val="0"/>
              </a:spcBef>
              <a:spcAft>
                <a:spcPts val="0"/>
              </a:spcAft>
              <a:buClr>
                <a:srgbClr val="CBD5E1"/>
              </a:buClr>
              <a:buSzPts val="1100"/>
              <a:buFont typeface="Calibri"/>
              <a:buNone/>
            </a:pPr>
            <a:endParaRPr sz="1300">
              <a:solidFill>
                <a:srgbClr val="CBD5E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235" name="Shape 235"/>
        <p:cNvGrpSpPr/>
        <p:nvPr/>
      </p:nvGrpSpPr>
      <p:grpSpPr>
        <a:xfrm>
          <a:off x="0" y="0"/>
          <a:ext cx="0" cy="0"/>
          <a:chOff x="0" y="0"/>
          <a:chExt cx="0" cy="0"/>
        </a:xfrm>
      </p:grpSpPr>
      <p:sp>
        <p:nvSpPr>
          <p:cNvPr id="236" name="Google Shape;236;p20"/>
          <p:cNvSpPr/>
          <p:nvPr/>
        </p:nvSpPr>
        <p:spPr>
          <a:xfrm>
            <a:off x="365760" y="137160"/>
            <a:ext cx="1371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C3AED"/>
              </a:buClr>
              <a:buSzPts val="1100"/>
              <a:buFont typeface="Calibri"/>
              <a:buNone/>
            </a:pPr>
            <a:r>
              <a:rPr lang="en-US" sz="1100" b="1">
                <a:solidFill>
                  <a:srgbClr val="7C3AED"/>
                </a:solidFill>
                <a:latin typeface="Calibri"/>
                <a:ea typeface="Calibri"/>
                <a:cs typeface="Calibri"/>
                <a:sym typeface="Calibri"/>
              </a:rPr>
              <a:t>04</a:t>
            </a:r>
            <a:endParaRPr sz="1100">
              <a:solidFill>
                <a:schemeClr val="lt1"/>
              </a:solidFill>
              <a:latin typeface="Arial"/>
              <a:ea typeface="Arial"/>
              <a:cs typeface="Arial"/>
              <a:sym typeface="Arial"/>
            </a:endParaRPr>
          </a:p>
        </p:txBody>
      </p:sp>
      <p:sp>
        <p:nvSpPr>
          <p:cNvPr id="237" name="Google Shape;237;p20"/>
          <p:cNvSpPr/>
          <p:nvPr/>
        </p:nvSpPr>
        <p:spPr>
          <a:xfrm>
            <a:off x="365760" y="411480"/>
            <a:ext cx="8412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A1628"/>
              </a:buClr>
              <a:buSzPts val="3200"/>
              <a:buFont typeface="Cambria"/>
              <a:buNone/>
            </a:pPr>
            <a:r>
              <a:rPr lang="en-US" sz="3200" b="1">
                <a:solidFill>
                  <a:srgbClr val="0A1628"/>
                </a:solidFill>
                <a:latin typeface="Cambria"/>
                <a:ea typeface="Cambria"/>
                <a:cs typeface="Cambria"/>
                <a:sym typeface="Cambria"/>
              </a:rPr>
              <a:t>Applications &amp; Use Cases</a:t>
            </a:r>
            <a:endParaRPr sz="3200">
              <a:solidFill>
                <a:schemeClr val="lt1"/>
              </a:solidFill>
              <a:latin typeface="Arial"/>
              <a:ea typeface="Arial"/>
              <a:cs typeface="Arial"/>
              <a:sym typeface="Arial"/>
            </a:endParaRPr>
          </a:p>
        </p:txBody>
      </p:sp>
      <p:sp>
        <p:nvSpPr>
          <p:cNvPr id="238" name="Google Shape;238;p20"/>
          <p:cNvSpPr/>
          <p:nvPr/>
        </p:nvSpPr>
        <p:spPr>
          <a:xfrm>
            <a:off x="320040" y="1143000"/>
            <a:ext cx="2743200" cy="1737360"/>
          </a:xfrm>
          <a:prstGeom prst="roundRect">
            <a:avLst>
              <a:gd name="adj" fmla="val 5263"/>
            </a:avLst>
          </a:prstGeom>
          <a:solidFill>
            <a:srgbClr val="FFFFFF"/>
          </a:solidFill>
          <a:ln w="12700" cap="flat" cmpd="sng">
            <a:solidFill>
              <a:srgbClr val="E2E8F0"/>
            </a:solidFill>
            <a:prstDash val="solid"/>
            <a:round/>
            <a:headEnd type="none" w="sm" len="sm"/>
            <a:tailEnd type="none" w="sm" len="sm"/>
          </a:ln>
          <a:effectLst>
            <a:outerShdw blurRad="1270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 name="Google Shape;239;p20"/>
          <p:cNvSpPr/>
          <p:nvPr/>
        </p:nvSpPr>
        <p:spPr>
          <a:xfrm>
            <a:off x="429768" y="1252728"/>
            <a:ext cx="502920" cy="502920"/>
          </a:xfrm>
          <a:prstGeom prst="ellipse">
            <a:avLst/>
          </a:prstGeom>
          <a:solidFill>
            <a:srgbClr val="EF4444">
              <a:alpha val="85098"/>
            </a:srgbClr>
          </a:solidFill>
          <a:ln w="1270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 name="Google Shape;240;p20"/>
          <p:cNvSpPr/>
          <p:nvPr/>
        </p:nvSpPr>
        <p:spPr>
          <a:xfrm>
            <a:off x="429768" y="1252728"/>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241" name="Google Shape;241;p20"/>
          <p:cNvSpPr/>
          <p:nvPr/>
        </p:nvSpPr>
        <p:spPr>
          <a:xfrm>
            <a:off x="1033272" y="1325880"/>
            <a:ext cx="1920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Cambria"/>
              <a:buNone/>
            </a:pPr>
            <a:r>
              <a:rPr lang="en-US" sz="1400" b="1">
                <a:solidFill>
                  <a:srgbClr val="1E293B"/>
                </a:solidFill>
                <a:latin typeface="Cambria"/>
                <a:ea typeface="Cambria"/>
                <a:cs typeface="Cambria"/>
                <a:sym typeface="Cambria"/>
              </a:rPr>
              <a:t>Healthcare</a:t>
            </a:r>
            <a:endParaRPr sz="1400">
              <a:solidFill>
                <a:schemeClr val="lt1"/>
              </a:solidFill>
              <a:latin typeface="Arial"/>
              <a:ea typeface="Arial"/>
              <a:cs typeface="Arial"/>
              <a:sym typeface="Arial"/>
            </a:endParaRPr>
          </a:p>
        </p:txBody>
      </p:sp>
      <p:sp>
        <p:nvSpPr>
          <p:cNvPr id="242" name="Google Shape;242;p20"/>
          <p:cNvSpPr/>
          <p:nvPr/>
        </p:nvSpPr>
        <p:spPr>
          <a:xfrm>
            <a:off x="429768" y="1856232"/>
            <a:ext cx="2542032"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200">
                <a:solidFill>
                  <a:srgbClr val="475569"/>
                </a:solidFill>
                <a:latin typeface="Calibri"/>
                <a:ea typeface="Calibri"/>
                <a:cs typeface="Calibri"/>
                <a:sym typeface="Calibri"/>
              </a:rPr>
              <a:t>Analyze medical images, detect diseases, classify X-rays and MRI scans. </a:t>
            </a:r>
            <a:endParaRPr sz="1200">
              <a:solidFill>
                <a:schemeClr val="lt1"/>
              </a:solidFill>
              <a:latin typeface="Arial"/>
              <a:ea typeface="Arial"/>
              <a:cs typeface="Arial"/>
              <a:sym typeface="Arial"/>
            </a:endParaRPr>
          </a:p>
        </p:txBody>
      </p:sp>
      <p:sp>
        <p:nvSpPr>
          <p:cNvPr id="243" name="Google Shape;243;p20"/>
          <p:cNvSpPr/>
          <p:nvPr/>
        </p:nvSpPr>
        <p:spPr>
          <a:xfrm>
            <a:off x="3246120" y="1143000"/>
            <a:ext cx="2743200" cy="1737360"/>
          </a:xfrm>
          <a:prstGeom prst="roundRect">
            <a:avLst>
              <a:gd name="adj" fmla="val 5263"/>
            </a:avLst>
          </a:prstGeom>
          <a:solidFill>
            <a:srgbClr val="FFFFFF"/>
          </a:solidFill>
          <a:ln w="12700" cap="flat" cmpd="sng">
            <a:solidFill>
              <a:srgbClr val="E2E8F0"/>
            </a:solidFill>
            <a:prstDash val="solid"/>
            <a:round/>
            <a:headEnd type="none" w="sm" len="sm"/>
            <a:tailEnd type="none" w="sm" len="sm"/>
          </a:ln>
          <a:effectLst>
            <a:outerShdw blurRad="1270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 name="Google Shape;244;p20"/>
          <p:cNvSpPr/>
          <p:nvPr/>
        </p:nvSpPr>
        <p:spPr>
          <a:xfrm>
            <a:off x="3355848" y="1252728"/>
            <a:ext cx="502920" cy="502920"/>
          </a:xfrm>
          <a:prstGeom prst="ellipse">
            <a:avLst/>
          </a:prstGeom>
          <a:solidFill>
            <a:srgbClr val="7C3AED">
              <a:alpha val="85098"/>
            </a:srgbClr>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245;p20"/>
          <p:cNvSpPr/>
          <p:nvPr/>
        </p:nvSpPr>
        <p:spPr>
          <a:xfrm>
            <a:off x="3355848" y="1252728"/>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246" name="Google Shape;246;p20"/>
          <p:cNvSpPr/>
          <p:nvPr/>
        </p:nvSpPr>
        <p:spPr>
          <a:xfrm>
            <a:off x="3959352" y="1325880"/>
            <a:ext cx="1920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Cambria"/>
              <a:buNone/>
            </a:pPr>
            <a:r>
              <a:rPr lang="en-US" sz="1400" b="1">
                <a:solidFill>
                  <a:srgbClr val="1E293B"/>
                </a:solidFill>
                <a:latin typeface="Cambria"/>
                <a:ea typeface="Cambria"/>
                <a:cs typeface="Cambria"/>
                <a:sym typeface="Cambria"/>
              </a:rPr>
              <a:t>Security</a:t>
            </a:r>
            <a:endParaRPr sz="1400">
              <a:solidFill>
                <a:schemeClr val="lt1"/>
              </a:solidFill>
              <a:latin typeface="Arial"/>
              <a:ea typeface="Arial"/>
              <a:cs typeface="Arial"/>
              <a:sym typeface="Arial"/>
            </a:endParaRPr>
          </a:p>
        </p:txBody>
      </p:sp>
      <p:sp>
        <p:nvSpPr>
          <p:cNvPr id="247" name="Google Shape;247;p20"/>
          <p:cNvSpPr/>
          <p:nvPr/>
        </p:nvSpPr>
        <p:spPr>
          <a:xfrm>
            <a:off x="3355848" y="1856232"/>
            <a:ext cx="2542032"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200">
                <a:solidFill>
                  <a:srgbClr val="475569"/>
                </a:solidFill>
                <a:latin typeface="Calibri"/>
                <a:ea typeface="Calibri"/>
                <a:cs typeface="Calibri"/>
                <a:sym typeface="Calibri"/>
              </a:rPr>
              <a:t>Face recognition, fingerprint matching, video surveillance, detect suspicious activities. </a:t>
            </a:r>
            <a:endParaRPr sz="1300">
              <a:solidFill>
                <a:schemeClr val="lt1"/>
              </a:solidFill>
              <a:latin typeface="Arial"/>
              <a:ea typeface="Arial"/>
              <a:cs typeface="Arial"/>
              <a:sym typeface="Arial"/>
            </a:endParaRPr>
          </a:p>
        </p:txBody>
      </p:sp>
      <p:sp>
        <p:nvSpPr>
          <p:cNvPr id="248" name="Google Shape;248;p20"/>
          <p:cNvSpPr/>
          <p:nvPr/>
        </p:nvSpPr>
        <p:spPr>
          <a:xfrm>
            <a:off x="6172200" y="1143000"/>
            <a:ext cx="2743200" cy="1737360"/>
          </a:xfrm>
          <a:prstGeom prst="roundRect">
            <a:avLst>
              <a:gd name="adj" fmla="val 5263"/>
            </a:avLst>
          </a:prstGeom>
          <a:solidFill>
            <a:srgbClr val="FFFFFF"/>
          </a:solidFill>
          <a:ln w="12700" cap="flat" cmpd="sng">
            <a:solidFill>
              <a:srgbClr val="E2E8F0"/>
            </a:solidFill>
            <a:prstDash val="solid"/>
            <a:round/>
            <a:headEnd type="none" w="sm" len="sm"/>
            <a:tailEnd type="none" w="sm" len="sm"/>
          </a:ln>
          <a:effectLst>
            <a:outerShdw blurRad="1270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20"/>
          <p:cNvSpPr/>
          <p:nvPr/>
        </p:nvSpPr>
        <p:spPr>
          <a:xfrm>
            <a:off x="6281928" y="1252728"/>
            <a:ext cx="502920" cy="502920"/>
          </a:xfrm>
          <a:prstGeom prst="ellipse">
            <a:avLst/>
          </a:prstGeom>
          <a:solidFill>
            <a:srgbClr val="0EA5E9">
              <a:alpha val="85098"/>
            </a:srgbClr>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20"/>
          <p:cNvSpPr/>
          <p:nvPr/>
        </p:nvSpPr>
        <p:spPr>
          <a:xfrm>
            <a:off x="6281928" y="1252728"/>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251" name="Google Shape;251;p20"/>
          <p:cNvSpPr/>
          <p:nvPr/>
        </p:nvSpPr>
        <p:spPr>
          <a:xfrm>
            <a:off x="6885432" y="1325880"/>
            <a:ext cx="1920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Cambria"/>
              <a:buNone/>
            </a:pPr>
            <a:r>
              <a:rPr lang="en-US" sz="1400" b="1">
                <a:solidFill>
                  <a:srgbClr val="1E293B"/>
                </a:solidFill>
                <a:latin typeface="Cambria"/>
                <a:ea typeface="Cambria"/>
                <a:cs typeface="Cambria"/>
                <a:sym typeface="Cambria"/>
              </a:rPr>
              <a:t>Search Engines</a:t>
            </a:r>
            <a:endParaRPr sz="1400">
              <a:solidFill>
                <a:schemeClr val="lt1"/>
              </a:solidFill>
              <a:latin typeface="Arial"/>
              <a:ea typeface="Arial"/>
              <a:cs typeface="Arial"/>
              <a:sym typeface="Arial"/>
            </a:endParaRPr>
          </a:p>
        </p:txBody>
      </p:sp>
      <p:sp>
        <p:nvSpPr>
          <p:cNvPr id="252" name="Google Shape;252;p20"/>
          <p:cNvSpPr/>
          <p:nvPr/>
        </p:nvSpPr>
        <p:spPr>
          <a:xfrm>
            <a:off x="6281928" y="1856232"/>
            <a:ext cx="2542032"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200">
                <a:solidFill>
                  <a:srgbClr val="475569"/>
                </a:solidFill>
                <a:latin typeface="Calibri"/>
                <a:ea typeface="Calibri"/>
                <a:cs typeface="Calibri"/>
                <a:sym typeface="Calibri"/>
              </a:rPr>
              <a:t>Search by image, video search, audio recognition . </a:t>
            </a:r>
            <a:endParaRPr sz="1200">
              <a:solidFill>
                <a:schemeClr val="lt1"/>
              </a:solidFill>
              <a:latin typeface="Arial"/>
              <a:ea typeface="Arial"/>
              <a:cs typeface="Arial"/>
              <a:sym typeface="Arial"/>
            </a:endParaRPr>
          </a:p>
        </p:txBody>
      </p:sp>
      <p:sp>
        <p:nvSpPr>
          <p:cNvPr id="253" name="Google Shape;253;p20"/>
          <p:cNvSpPr/>
          <p:nvPr/>
        </p:nvSpPr>
        <p:spPr>
          <a:xfrm>
            <a:off x="320040" y="3063240"/>
            <a:ext cx="2743200" cy="1737360"/>
          </a:xfrm>
          <a:prstGeom prst="roundRect">
            <a:avLst>
              <a:gd name="adj" fmla="val 5263"/>
            </a:avLst>
          </a:prstGeom>
          <a:solidFill>
            <a:srgbClr val="FFFFFF"/>
          </a:solidFill>
          <a:ln w="12700" cap="flat" cmpd="sng">
            <a:solidFill>
              <a:srgbClr val="E2E8F0"/>
            </a:solidFill>
            <a:prstDash val="solid"/>
            <a:round/>
            <a:headEnd type="none" w="sm" len="sm"/>
            <a:tailEnd type="none" w="sm" len="sm"/>
          </a:ln>
          <a:effectLst>
            <a:outerShdw blurRad="1270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 name="Google Shape;254;p20"/>
          <p:cNvSpPr/>
          <p:nvPr/>
        </p:nvSpPr>
        <p:spPr>
          <a:xfrm>
            <a:off x="429768" y="3172968"/>
            <a:ext cx="502920" cy="502920"/>
          </a:xfrm>
          <a:prstGeom prst="ellipse">
            <a:avLst/>
          </a:prstGeom>
          <a:solidFill>
            <a:srgbClr val="F59E0B">
              <a:alpha val="85098"/>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 name="Google Shape;255;p20"/>
          <p:cNvSpPr/>
          <p:nvPr/>
        </p:nvSpPr>
        <p:spPr>
          <a:xfrm>
            <a:off x="429768" y="3172968"/>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256" name="Google Shape;256;p20"/>
          <p:cNvSpPr/>
          <p:nvPr/>
        </p:nvSpPr>
        <p:spPr>
          <a:xfrm>
            <a:off x="1033272" y="3246120"/>
            <a:ext cx="1920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Cambria"/>
              <a:buNone/>
            </a:pPr>
            <a:r>
              <a:rPr lang="en-US" sz="1400" b="1">
                <a:solidFill>
                  <a:srgbClr val="1E293B"/>
                </a:solidFill>
                <a:latin typeface="Cambria"/>
                <a:ea typeface="Cambria"/>
                <a:cs typeface="Cambria"/>
                <a:sym typeface="Cambria"/>
              </a:rPr>
              <a:t>E-Commerce</a:t>
            </a:r>
            <a:endParaRPr sz="1400">
              <a:solidFill>
                <a:schemeClr val="lt1"/>
              </a:solidFill>
              <a:latin typeface="Arial"/>
              <a:ea typeface="Arial"/>
              <a:cs typeface="Arial"/>
              <a:sym typeface="Arial"/>
            </a:endParaRPr>
          </a:p>
        </p:txBody>
      </p:sp>
      <p:sp>
        <p:nvSpPr>
          <p:cNvPr id="257" name="Google Shape;257;p20"/>
          <p:cNvSpPr/>
          <p:nvPr/>
        </p:nvSpPr>
        <p:spPr>
          <a:xfrm>
            <a:off x="429768" y="3776472"/>
            <a:ext cx="2542032"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200">
                <a:solidFill>
                  <a:srgbClr val="475569"/>
                </a:solidFill>
                <a:latin typeface="Calibri"/>
                <a:ea typeface="Calibri"/>
                <a:cs typeface="Calibri"/>
                <a:sym typeface="Calibri"/>
              </a:rPr>
              <a:t>Product search by image, product recommendations, detect fake products. </a:t>
            </a:r>
            <a:endParaRPr sz="1200">
              <a:solidFill>
                <a:schemeClr val="lt1"/>
              </a:solidFill>
              <a:latin typeface="Arial"/>
              <a:ea typeface="Arial"/>
              <a:cs typeface="Arial"/>
              <a:sym typeface="Arial"/>
            </a:endParaRPr>
          </a:p>
        </p:txBody>
      </p:sp>
      <p:sp>
        <p:nvSpPr>
          <p:cNvPr id="258" name="Google Shape;258;p20"/>
          <p:cNvSpPr/>
          <p:nvPr/>
        </p:nvSpPr>
        <p:spPr>
          <a:xfrm>
            <a:off x="3246120" y="3063240"/>
            <a:ext cx="2743200" cy="1737360"/>
          </a:xfrm>
          <a:prstGeom prst="roundRect">
            <a:avLst>
              <a:gd name="adj" fmla="val 5263"/>
            </a:avLst>
          </a:prstGeom>
          <a:solidFill>
            <a:srgbClr val="FFFFFF"/>
          </a:solidFill>
          <a:ln w="12700" cap="flat" cmpd="sng">
            <a:solidFill>
              <a:srgbClr val="E2E8F0"/>
            </a:solidFill>
            <a:prstDash val="solid"/>
            <a:round/>
            <a:headEnd type="none" w="sm" len="sm"/>
            <a:tailEnd type="none" w="sm" len="sm"/>
          </a:ln>
          <a:effectLst>
            <a:outerShdw blurRad="1270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9" name="Google Shape;259;p20"/>
          <p:cNvSpPr/>
          <p:nvPr/>
        </p:nvSpPr>
        <p:spPr>
          <a:xfrm>
            <a:off x="3355848" y="3172968"/>
            <a:ext cx="502920" cy="502920"/>
          </a:xfrm>
          <a:prstGeom prst="ellipse">
            <a:avLst/>
          </a:prstGeom>
          <a:solidFill>
            <a:srgbClr val="10B981">
              <a:alpha val="85098"/>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20"/>
          <p:cNvSpPr/>
          <p:nvPr/>
        </p:nvSpPr>
        <p:spPr>
          <a:xfrm>
            <a:off x="3355848" y="3172968"/>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261" name="Google Shape;261;p20"/>
          <p:cNvSpPr/>
          <p:nvPr/>
        </p:nvSpPr>
        <p:spPr>
          <a:xfrm>
            <a:off x="3959352" y="3246120"/>
            <a:ext cx="1920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Cambria"/>
              <a:buNone/>
            </a:pPr>
            <a:r>
              <a:rPr lang="en-US" sz="1400" b="1">
                <a:solidFill>
                  <a:srgbClr val="1E293B"/>
                </a:solidFill>
                <a:latin typeface="Cambria"/>
                <a:ea typeface="Cambria"/>
                <a:cs typeface="Cambria"/>
                <a:sym typeface="Cambria"/>
              </a:rPr>
              <a:t>Entertainment</a:t>
            </a:r>
            <a:endParaRPr sz="1400">
              <a:solidFill>
                <a:schemeClr val="lt1"/>
              </a:solidFill>
              <a:latin typeface="Arial"/>
              <a:ea typeface="Arial"/>
              <a:cs typeface="Arial"/>
              <a:sym typeface="Arial"/>
            </a:endParaRPr>
          </a:p>
        </p:txBody>
      </p:sp>
      <p:sp>
        <p:nvSpPr>
          <p:cNvPr id="262" name="Google Shape;262;p20"/>
          <p:cNvSpPr/>
          <p:nvPr/>
        </p:nvSpPr>
        <p:spPr>
          <a:xfrm>
            <a:off x="3355848" y="3776472"/>
            <a:ext cx="2542032"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200">
                <a:solidFill>
                  <a:srgbClr val="475569"/>
                </a:solidFill>
                <a:latin typeface="Calibri"/>
                <a:ea typeface="Calibri"/>
                <a:cs typeface="Calibri"/>
                <a:sym typeface="Calibri"/>
              </a:rPr>
              <a:t>content Recommend movies/music, create video highlights. </a:t>
            </a:r>
            <a:endParaRPr sz="1200">
              <a:solidFill>
                <a:schemeClr val="lt1"/>
              </a:solidFill>
              <a:latin typeface="Arial"/>
              <a:ea typeface="Arial"/>
              <a:cs typeface="Arial"/>
              <a:sym typeface="Arial"/>
            </a:endParaRPr>
          </a:p>
        </p:txBody>
      </p:sp>
      <p:sp>
        <p:nvSpPr>
          <p:cNvPr id="263" name="Google Shape;263;p20"/>
          <p:cNvSpPr/>
          <p:nvPr/>
        </p:nvSpPr>
        <p:spPr>
          <a:xfrm>
            <a:off x="6172200" y="3063240"/>
            <a:ext cx="2743200" cy="1737360"/>
          </a:xfrm>
          <a:prstGeom prst="roundRect">
            <a:avLst>
              <a:gd name="adj" fmla="val 5263"/>
            </a:avLst>
          </a:prstGeom>
          <a:solidFill>
            <a:srgbClr val="FFFFFF"/>
          </a:solidFill>
          <a:ln w="12700" cap="flat" cmpd="sng">
            <a:solidFill>
              <a:srgbClr val="E2E8F0"/>
            </a:solidFill>
            <a:prstDash val="solid"/>
            <a:round/>
            <a:headEnd type="none" w="sm" len="sm"/>
            <a:tailEnd type="none" w="sm" len="sm"/>
          </a:ln>
          <a:effectLst>
            <a:outerShdw blurRad="1270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20"/>
          <p:cNvSpPr/>
          <p:nvPr/>
        </p:nvSpPr>
        <p:spPr>
          <a:xfrm>
            <a:off x="6281928" y="3172968"/>
            <a:ext cx="502920" cy="502920"/>
          </a:xfrm>
          <a:prstGeom prst="ellipse">
            <a:avLst/>
          </a:prstGeom>
          <a:solidFill>
            <a:srgbClr val="EC4899">
              <a:alpha val="85098"/>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20"/>
          <p:cNvSpPr/>
          <p:nvPr/>
        </p:nvSpPr>
        <p:spPr>
          <a:xfrm>
            <a:off x="6281928" y="3172968"/>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266" name="Google Shape;266;p20"/>
          <p:cNvSpPr/>
          <p:nvPr/>
        </p:nvSpPr>
        <p:spPr>
          <a:xfrm>
            <a:off x="6885432" y="3246120"/>
            <a:ext cx="1920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Cambria"/>
              <a:buNone/>
            </a:pPr>
            <a:r>
              <a:rPr lang="en-US" sz="1400" b="1">
                <a:solidFill>
                  <a:srgbClr val="1E293B"/>
                </a:solidFill>
                <a:latin typeface="Cambria"/>
                <a:ea typeface="Cambria"/>
                <a:cs typeface="Cambria"/>
                <a:sym typeface="Cambria"/>
              </a:rPr>
              <a:t>Geospatial</a:t>
            </a:r>
            <a:endParaRPr sz="1400">
              <a:solidFill>
                <a:schemeClr val="lt1"/>
              </a:solidFill>
              <a:latin typeface="Arial"/>
              <a:ea typeface="Arial"/>
              <a:cs typeface="Arial"/>
              <a:sym typeface="Arial"/>
            </a:endParaRPr>
          </a:p>
        </p:txBody>
      </p:sp>
      <p:sp>
        <p:nvSpPr>
          <p:cNvPr id="267" name="Google Shape;267;p20"/>
          <p:cNvSpPr/>
          <p:nvPr/>
        </p:nvSpPr>
        <p:spPr>
          <a:xfrm>
            <a:off x="6281928" y="3776472"/>
            <a:ext cx="2542032"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200">
                <a:solidFill>
                  <a:srgbClr val="475569"/>
                </a:solidFill>
                <a:latin typeface="Calibri"/>
                <a:ea typeface="Calibri"/>
                <a:cs typeface="Calibri"/>
                <a:sym typeface="Calibri"/>
              </a:rPr>
              <a:t>nalyze satellite images, disaster monitoring, detect land changes. </a:t>
            </a:r>
            <a:br>
              <a:rPr lang="en-US" sz="1200">
                <a:solidFill>
                  <a:srgbClr val="475569"/>
                </a:solidFill>
                <a:latin typeface="Calibri"/>
                <a:ea typeface="Calibri"/>
                <a:cs typeface="Calibri"/>
                <a:sym typeface="Calibri"/>
              </a:rPr>
            </a:br>
            <a:r>
              <a:rPr lang="en-US" sz="1200">
                <a:solidFill>
                  <a:srgbClr val="475569"/>
                </a:solidFill>
                <a:latin typeface="Calibri"/>
                <a:ea typeface="Calibri"/>
                <a:cs typeface="Calibri"/>
                <a:sym typeface="Calibri"/>
              </a:rPr>
              <a:t>ex:: glof flood detection.</a:t>
            </a:r>
            <a:endParaRPr sz="1200">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272" name="Shape 272"/>
        <p:cNvGrpSpPr/>
        <p:nvPr/>
      </p:nvGrpSpPr>
      <p:grpSpPr>
        <a:xfrm>
          <a:off x="0" y="0"/>
          <a:ext cx="0" cy="0"/>
          <a:chOff x="0" y="0"/>
          <a:chExt cx="0" cy="0"/>
        </a:xfrm>
      </p:grpSpPr>
      <p:sp>
        <p:nvSpPr>
          <p:cNvPr id="273" name="Google Shape;273;p21"/>
          <p:cNvSpPr/>
          <p:nvPr/>
        </p:nvSpPr>
        <p:spPr>
          <a:xfrm>
            <a:off x="6400800" y="-731520"/>
            <a:ext cx="3657600" cy="3657600"/>
          </a:xfrm>
          <a:prstGeom prst="ellipse">
            <a:avLst/>
          </a:prstGeom>
          <a:solidFill>
            <a:srgbClr val="7C3AED">
              <a:alpha val="14901"/>
            </a:srgbClr>
          </a:solidFill>
          <a:ln w="12700" cap="flat" cmpd="sng">
            <a:solidFill>
              <a:srgbClr val="7C3AED">
                <a:alpha val="14901"/>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21"/>
          <p:cNvSpPr/>
          <p:nvPr/>
        </p:nvSpPr>
        <p:spPr>
          <a:xfrm>
            <a:off x="365760" y="182880"/>
            <a:ext cx="1371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C3AED"/>
              </a:buClr>
              <a:buSzPts val="1100"/>
              <a:buFont typeface="Calibri"/>
              <a:buNone/>
            </a:pPr>
            <a:r>
              <a:rPr lang="en-US" sz="1100" b="1">
                <a:solidFill>
                  <a:srgbClr val="7C3AED"/>
                </a:solidFill>
                <a:latin typeface="Calibri"/>
                <a:ea typeface="Calibri"/>
                <a:cs typeface="Calibri"/>
                <a:sym typeface="Calibri"/>
              </a:rPr>
              <a:t>05</a:t>
            </a:r>
            <a:endParaRPr sz="1100">
              <a:solidFill>
                <a:schemeClr val="lt1"/>
              </a:solidFill>
              <a:latin typeface="Arial"/>
              <a:ea typeface="Arial"/>
              <a:cs typeface="Arial"/>
              <a:sym typeface="Arial"/>
            </a:endParaRPr>
          </a:p>
        </p:txBody>
      </p:sp>
      <p:sp>
        <p:nvSpPr>
          <p:cNvPr id="275" name="Google Shape;275;p21"/>
          <p:cNvSpPr/>
          <p:nvPr/>
        </p:nvSpPr>
        <p:spPr>
          <a:xfrm>
            <a:off x="365760" y="457200"/>
            <a:ext cx="8412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Cambria"/>
              <a:buNone/>
            </a:pPr>
            <a:r>
              <a:rPr lang="en-US" sz="3200" b="1">
                <a:solidFill>
                  <a:srgbClr val="FFFFFF"/>
                </a:solidFill>
                <a:latin typeface="Cambria"/>
                <a:ea typeface="Cambria"/>
                <a:cs typeface="Cambria"/>
                <a:sym typeface="Cambria"/>
              </a:rPr>
              <a:t>Challenges &amp; Future Trends</a:t>
            </a:r>
            <a:endParaRPr sz="3200">
              <a:solidFill>
                <a:schemeClr val="lt1"/>
              </a:solidFill>
              <a:latin typeface="Arial"/>
              <a:ea typeface="Arial"/>
              <a:cs typeface="Arial"/>
              <a:sym typeface="Arial"/>
            </a:endParaRPr>
          </a:p>
        </p:txBody>
      </p:sp>
      <p:sp>
        <p:nvSpPr>
          <p:cNvPr id="276" name="Google Shape;276;p21"/>
          <p:cNvSpPr/>
          <p:nvPr/>
        </p:nvSpPr>
        <p:spPr>
          <a:xfrm>
            <a:off x="320040" y="1143000"/>
            <a:ext cx="4114800" cy="3566160"/>
          </a:xfrm>
          <a:prstGeom prst="roundRect">
            <a:avLst>
              <a:gd name="adj" fmla="val 2564"/>
            </a:avLst>
          </a:prstGeom>
          <a:solidFill>
            <a:srgbClr val="11224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 name="Google Shape;277;p21"/>
          <p:cNvSpPr/>
          <p:nvPr/>
        </p:nvSpPr>
        <p:spPr>
          <a:xfrm>
            <a:off x="457200" y="1261872"/>
            <a:ext cx="38404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CA5A5"/>
              </a:buClr>
              <a:buSzPts val="1400"/>
              <a:buFont typeface="Cambria"/>
              <a:buNone/>
            </a:pPr>
            <a:r>
              <a:rPr lang="en-US" sz="1400" b="1">
                <a:solidFill>
                  <a:srgbClr val="FCA5A5"/>
                </a:solidFill>
                <a:latin typeface="Cambria"/>
                <a:ea typeface="Cambria"/>
                <a:cs typeface="Cambria"/>
                <a:sym typeface="Cambria"/>
              </a:rPr>
              <a:t>⚠  Current Challenges</a:t>
            </a:r>
            <a:endParaRPr sz="1400">
              <a:solidFill>
                <a:schemeClr val="lt1"/>
              </a:solidFill>
              <a:latin typeface="Arial"/>
              <a:ea typeface="Arial"/>
              <a:cs typeface="Arial"/>
              <a:sym typeface="Arial"/>
            </a:endParaRPr>
          </a:p>
        </p:txBody>
      </p:sp>
      <p:sp>
        <p:nvSpPr>
          <p:cNvPr id="278" name="Google Shape;278;p21"/>
          <p:cNvSpPr/>
          <p:nvPr/>
        </p:nvSpPr>
        <p:spPr>
          <a:xfrm>
            <a:off x="457200" y="1783080"/>
            <a:ext cx="37490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  </a:t>
            </a:r>
            <a:r>
              <a:rPr lang="en-US" sz="1150">
                <a:solidFill>
                  <a:srgbClr val="CBD5E1"/>
                </a:solidFill>
                <a:latin typeface="Calibri"/>
                <a:ea typeface="Calibri"/>
                <a:cs typeface="Calibri"/>
                <a:sym typeface="Calibri"/>
              </a:rPr>
              <a:t>Multimedia data has many features making analysis more complex. </a:t>
            </a:r>
            <a:endParaRPr sz="1150">
              <a:solidFill>
                <a:schemeClr val="lt1"/>
              </a:solidFill>
              <a:latin typeface="Arial"/>
              <a:ea typeface="Arial"/>
              <a:cs typeface="Arial"/>
              <a:sym typeface="Arial"/>
            </a:endParaRPr>
          </a:p>
        </p:txBody>
      </p:sp>
      <p:sp>
        <p:nvSpPr>
          <p:cNvPr id="279" name="Google Shape;279;p21"/>
          <p:cNvSpPr/>
          <p:nvPr/>
        </p:nvSpPr>
        <p:spPr>
          <a:xfrm>
            <a:off x="457200" y="2258568"/>
            <a:ext cx="37490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a:t>
            </a:r>
            <a:r>
              <a:rPr lang="en-US" sz="1150">
                <a:solidFill>
                  <a:srgbClr val="CBD5E1"/>
                </a:solidFill>
                <a:latin typeface="Calibri"/>
                <a:ea typeface="Calibri"/>
                <a:cs typeface="Calibri"/>
                <a:sym typeface="Calibri"/>
              </a:rPr>
              <a:t>Computers find it difficult to understand the real meaning of multimedia data. </a:t>
            </a:r>
            <a:endParaRPr sz="1150">
              <a:solidFill>
                <a:schemeClr val="lt1"/>
              </a:solidFill>
              <a:latin typeface="Arial"/>
              <a:ea typeface="Arial"/>
              <a:cs typeface="Arial"/>
              <a:sym typeface="Arial"/>
            </a:endParaRPr>
          </a:p>
        </p:txBody>
      </p:sp>
      <p:sp>
        <p:nvSpPr>
          <p:cNvPr id="280" name="Google Shape;280;p21"/>
          <p:cNvSpPr/>
          <p:nvPr/>
        </p:nvSpPr>
        <p:spPr>
          <a:xfrm>
            <a:off x="457200" y="2734056"/>
            <a:ext cx="37490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  Massive storage and computational costs</a:t>
            </a:r>
            <a:endParaRPr sz="1150">
              <a:solidFill>
                <a:schemeClr val="lt1"/>
              </a:solidFill>
              <a:latin typeface="Arial"/>
              <a:ea typeface="Arial"/>
              <a:cs typeface="Arial"/>
              <a:sym typeface="Arial"/>
            </a:endParaRPr>
          </a:p>
        </p:txBody>
      </p:sp>
      <p:sp>
        <p:nvSpPr>
          <p:cNvPr id="281" name="Google Shape;281;p21"/>
          <p:cNvSpPr/>
          <p:nvPr/>
        </p:nvSpPr>
        <p:spPr>
          <a:xfrm>
            <a:off x="457200" y="3209544"/>
            <a:ext cx="37490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 </a:t>
            </a:r>
            <a:r>
              <a:rPr lang="en-US" sz="1150">
                <a:solidFill>
                  <a:srgbClr val="CBD5E1"/>
                </a:solidFill>
                <a:latin typeface="Calibri"/>
                <a:ea typeface="Calibri"/>
                <a:cs typeface="Calibri"/>
                <a:sym typeface="Calibri"/>
              </a:rPr>
              <a:t>Protecting users' personal and biometric data is a challenge.</a:t>
            </a:r>
            <a:endParaRPr sz="1150">
              <a:solidFill>
                <a:srgbClr val="CBD5E1"/>
              </a:solidFill>
              <a:latin typeface="Calibri"/>
              <a:ea typeface="Calibri"/>
              <a:cs typeface="Calibri"/>
              <a:sym typeface="Calibri"/>
            </a:endParaRPr>
          </a:p>
          <a:p>
            <a:pPr marL="0" marR="0" lvl="0" indent="0" algn="l" rtl="0">
              <a:spcBef>
                <a:spcPts val="0"/>
              </a:spcBef>
              <a:spcAft>
                <a:spcPts val="0"/>
              </a:spcAft>
              <a:buClr>
                <a:srgbClr val="CBD5E1"/>
              </a:buClr>
              <a:buSzPts val="1150"/>
              <a:buFont typeface="Calibri"/>
              <a:buNone/>
            </a:pPr>
            <a:endParaRPr sz="1150">
              <a:solidFill>
                <a:srgbClr val="CBD5E1"/>
              </a:solidFill>
              <a:latin typeface="Calibri"/>
              <a:ea typeface="Calibri"/>
              <a:cs typeface="Calibri"/>
              <a:sym typeface="Calibri"/>
            </a:endParaRPr>
          </a:p>
        </p:txBody>
      </p:sp>
      <p:sp>
        <p:nvSpPr>
          <p:cNvPr id="282" name="Google Shape;282;p21"/>
          <p:cNvSpPr/>
          <p:nvPr/>
        </p:nvSpPr>
        <p:spPr>
          <a:xfrm>
            <a:off x="457200" y="3685032"/>
            <a:ext cx="37490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 </a:t>
            </a:r>
            <a:r>
              <a:rPr lang="en-US" sz="1150">
                <a:solidFill>
                  <a:srgbClr val="CBD5E1"/>
                </a:solidFill>
                <a:latin typeface="Calibri"/>
                <a:ea typeface="Calibri"/>
                <a:cs typeface="Calibri"/>
                <a:sym typeface="Calibri"/>
              </a:rPr>
              <a:t>There is not enough labeled data to train AI models. no predefine data</a:t>
            </a:r>
            <a:endParaRPr sz="1150">
              <a:solidFill>
                <a:schemeClr val="lt1"/>
              </a:solidFill>
              <a:latin typeface="Arial"/>
              <a:ea typeface="Arial"/>
              <a:cs typeface="Arial"/>
              <a:sym typeface="Arial"/>
            </a:endParaRPr>
          </a:p>
        </p:txBody>
      </p:sp>
      <p:sp>
        <p:nvSpPr>
          <p:cNvPr id="283" name="Google Shape;283;p21"/>
          <p:cNvSpPr/>
          <p:nvPr/>
        </p:nvSpPr>
        <p:spPr>
          <a:xfrm>
            <a:off x="457200" y="4160520"/>
            <a:ext cx="37490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 </a:t>
            </a:r>
            <a:r>
              <a:rPr lang="en-US" sz="1150">
                <a:solidFill>
                  <a:srgbClr val="CBD5E1"/>
                </a:solidFill>
                <a:latin typeface="Calibri"/>
                <a:ea typeface="Calibri"/>
                <a:cs typeface="Calibri"/>
                <a:sym typeface="Calibri"/>
              </a:rPr>
              <a:t>Combining different types of multimedia data is challenging. </a:t>
            </a:r>
            <a:endParaRPr sz="1150">
              <a:solidFill>
                <a:schemeClr val="lt1"/>
              </a:solidFill>
              <a:latin typeface="Arial"/>
              <a:ea typeface="Arial"/>
              <a:cs typeface="Arial"/>
              <a:sym typeface="Arial"/>
            </a:endParaRPr>
          </a:p>
        </p:txBody>
      </p:sp>
      <p:sp>
        <p:nvSpPr>
          <p:cNvPr id="284" name="Google Shape;284;p21"/>
          <p:cNvSpPr/>
          <p:nvPr/>
        </p:nvSpPr>
        <p:spPr>
          <a:xfrm>
            <a:off x="4709160" y="1143000"/>
            <a:ext cx="4114800" cy="3566160"/>
          </a:xfrm>
          <a:prstGeom prst="roundRect">
            <a:avLst>
              <a:gd name="adj" fmla="val 2564"/>
            </a:avLst>
          </a:prstGeom>
          <a:solidFill>
            <a:srgbClr val="11224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 name="Google Shape;285;p21"/>
          <p:cNvSpPr/>
          <p:nvPr/>
        </p:nvSpPr>
        <p:spPr>
          <a:xfrm>
            <a:off x="4846320" y="1261872"/>
            <a:ext cx="38404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E7B7"/>
              </a:buClr>
              <a:buSzPts val="1400"/>
              <a:buFont typeface="Cambria"/>
              <a:buNone/>
            </a:pPr>
            <a:r>
              <a:rPr lang="en-US" sz="1400" b="1">
                <a:solidFill>
                  <a:srgbClr val="6EE7B7"/>
                </a:solidFill>
                <a:latin typeface="Cambria"/>
                <a:ea typeface="Cambria"/>
                <a:cs typeface="Cambria"/>
                <a:sym typeface="Cambria"/>
              </a:rPr>
              <a:t>🚀  Future Trends</a:t>
            </a:r>
            <a:endParaRPr sz="1400">
              <a:solidFill>
                <a:schemeClr val="lt1"/>
              </a:solidFill>
              <a:latin typeface="Arial"/>
              <a:ea typeface="Arial"/>
              <a:cs typeface="Arial"/>
              <a:sym typeface="Arial"/>
            </a:endParaRPr>
          </a:p>
        </p:txBody>
      </p:sp>
      <p:sp>
        <p:nvSpPr>
          <p:cNvPr id="286" name="Google Shape;286;p21"/>
          <p:cNvSpPr/>
          <p:nvPr/>
        </p:nvSpPr>
        <p:spPr>
          <a:xfrm>
            <a:off x="4846320" y="1783080"/>
            <a:ext cx="38404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  Multimodal Large Language Models (GPT-4V, Gemini)</a:t>
            </a:r>
            <a:endParaRPr sz="1150">
              <a:solidFill>
                <a:schemeClr val="lt1"/>
              </a:solidFill>
              <a:latin typeface="Arial"/>
              <a:ea typeface="Arial"/>
              <a:cs typeface="Arial"/>
              <a:sym typeface="Arial"/>
            </a:endParaRPr>
          </a:p>
        </p:txBody>
      </p:sp>
      <p:sp>
        <p:nvSpPr>
          <p:cNvPr id="287" name="Google Shape;287;p21"/>
          <p:cNvSpPr/>
          <p:nvPr/>
        </p:nvSpPr>
        <p:spPr>
          <a:xfrm>
            <a:off x="4846320" y="2258568"/>
            <a:ext cx="38404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  </a:t>
            </a:r>
            <a:r>
              <a:rPr lang="en-US" sz="1150">
                <a:solidFill>
                  <a:srgbClr val="CBD5E1"/>
                </a:solidFill>
                <a:latin typeface="Calibri"/>
                <a:ea typeface="Calibri"/>
                <a:cs typeface="Calibri"/>
                <a:sym typeface="Calibri"/>
              </a:rPr>
              <a:t>AI learns with fewer labeled examples. </a:t>
            </a:r>
            <a:endParaRPr sz="1150">
              <a:solidFill>
                <a:schemeClr val="lt1"/>
              </a:solidFill>
              <a:latin typeface="Arial"/>
              <a:ea typeface="Arial"/>
              <a:cs typeface="Arial"/>
              <a:sym typeface="Arial"/>
            </a:endParaRPr>
          </a:p>
        </p:txBody>
      </p:sp>
      <p:sp>
        <p:nvSpPr>
          <p:cNvPr id="288" name="Google Shape;288;p21"/>
          <p:cNvSpPr/>
          <p:nvPr/>
        </p:nvSpPr>
        <p:spPr>
          <a:xfrm>
            <a:off x="4846320" y="2734056"/>
            <a:ext cx="38404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  Real-time live  video </a:t>
            </a:r>
            <a:r>
              <a:rPr lang="en-US" sz="1150">
                <a:solidFill>
                  <a:srgbClr val="CBD5E1"/>
                </a:solidFill>
                <a:latin typeface="Calibri"/>
                <a:ea typeface="Calibri"/>
                <a:cs typeface="Calibri"/>
                <a:sym typeface="Calibri"/>
              </a:rPr>
              <a:t>analyzes </a:t>
            </a:r>
            <a:endParaRPr sz="1150">
              <a:solidFill>
                <a:schemeClr val="lt1"/>
              </a:solidFill>
              <a:latin typeface="Arial"/>
              <a:ea typeface="Arial"/>
              <a:cs typeface="Arial"/>
              <a:sym typeface="Arial"/>
            </a:endParaRPr>
          </a:p>
        </p:txBody>
      </p:sp>
      <p:sp>
        <p:nvSpPr>
          <p:cNvPr id="289" name="Google Shape;289;p21"/>
          <p:cNvSpPr/>
          <p:nvPr/>
        </p:nvSpPr>
        <p:spPr>
          <a:xfrm>
            <a:off x="4850655" y="3207221"/>
            <a:ext cx="3836100" cy="438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49"/>
              <a:buFont typeface="Calibri"/>
              <a:buNone/>
            </a:pPr>
            <a:r>
              <a:rPr lang="en-US" sz="1050">
                <a:solidFill>
                  <a:srgbClr val="CBD5E1"/>
                </a:solidFill>
                <a:latin typeface="Calibri"/>
                <a:ea typeface="Calibri"/>
                <a:cs typeface="Calibri"/>
                <a:sym typeface="Calibri"/>
              </a:rPr>
              <a:t>→  </a:t>
            </a:r>
            <a:r>
              <a:rPr lang="en-US" sz="1100">
                <a:solidFill>
                  <a:schemeClr val="lt1"/>
                </a:solidFill>
              </a:rPr>
              <a:t>AI explains </a:t>
            </a:r>
            <a:r>
              <a:rPr lang="en-US" sz="1100" b="1">
                <a:solidFill>
                  <a:schemeClr val="lt1"/>
                </a:solidFill>
              </a:rPr>
              <a:t>why this </a:t>
            </a:r>
            <a:r>
              <a:rPr lang="en-US" sz="1100">
                <a:solidFill>
                  <a:schemeClr val="lt1"/>
                </a:solidFill>
              </a:rPr>
              <a:t> decision is made. </a:t>
            </a:r>
            <a:endParaRPr sz="1150">
              <a:solidFill>
                <a:schemeClr val="lt1"/>
              </a:solidFill>
              <a:latin typeface="Arial"/>
              <a:ea typeface="Arial"/>
              <a:cs typeface="Arial"/>
              <a:sym typeface="Arial"/>
            </a:endParaRPr>
          </a:p>
        </p:txBody>
      </p:sp>
      <p:sp>
        <p:nvSpPr>
          <p:cNvPr id="290" name="Google Shape;290;p21"/>
          <p:cNvSpPr/>
          <p:nvPr/>
        </p:nvSpPr>
        <p:spPr>
          <a:xfrm>
            <a:off x="4846320" y="3685032"/>
            <a:ext cx="38404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  </a:t>
            </a:r>
            <a:r>
              <a:rPr lang="en-US" sz="1150">
                <a:solidFill>
                  <a:srgbClr val="CBD5E1"/>
                </a:solidFill>
                <a:latin typeface="Calibri"/>
                <a:ea typeface="Calibri"/>
                <a:cs typeface="Calibri"/>
                <a:sym typeface="Calibri"/>
              </a:rPr>
              <a:t>AI learns while keeping user data private. </a:t>
            </a:r>
            <a:endParaRPr sz="1150">
              <a:solidFill>
                <a:schemeClr val="lt1"/>
              </a:solidFill>
              <a:latin typeface="Arial"/>
              <a:ea typeface="Arial"/>
              <a:cs typeface="Arial"/>
              <a:sym typeface="Arial"/>
            </a:endParaRPr>
          </a:p>
        </p:txBody>
      </p:sp>
      <p:sp>
        <p:nvSpPr>
          <p:cNvPr id="291" name="Google Shape;291;p21"/>
          <p:cNvSpPr/>
          <p:nvPr/>
        </p:nvSpPr>
        <p:spPr>
          <a:xfrm>
            <a:off x="4846320" y="4160520"/>
            <a:ext cx="38404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  3D &amp; AR/VR data mining</a:t>
            </a:r>
            <a:endParaRPr sz="1150">
              <a:solidFill>
                <a:schemeClr val="lt1"/>
              </a:solidFill>
              <a:latin typeface="Arial"/>
              <a:ea typeface="Arial"/>
              <a:cs typeface="Arial"/>
              <a:sym typeface="Arial"/>
            </a:endParaRPr>
          </a:p>
        </p:txBody>
      </p:sp>
      <p:cxnSp>
        <p:nvCxnSpPr>
          <p:cNvPr id="292" name="Google Shape;292;p21"/>
          <p:cNvCxnSpPr/>
          <p:nvPr/>
        </p:nvCxnSpPr>
        <p:spPr>
          <a:xfrm>
            <a:off x="4572000" y="1143000"/>
            <a:ext cx="9300" cy="4204500"/>
          </a:xfrm>
          <a:prstGeom prst="straightConnector1">
            <a:avLst/>
          </a:prstGeom>
          <a:noFill/>
          <a:ln w="228350" cap="flat" cmpd="sng">
            <a:solidFill>
              <a:schemeClr val="accent4"/>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297" name="Shape 297"/>
        <p:cNvGrpSpPr/>
        <p:nvPr/>
      </p:nvGrpSpPr>
      <p:grpSpPr>
        <a:xfrm>
          <a:off x="0" y="0"/>
          <a:ext cx="0" cy="0"/>
          <a:chOff x="0" y="0"/>
          <a:chExt cx="0" cy="0"/>
        </a:xfrm>
      </p:grpSpPr>
      <p:sp>
        <p:nvSpPr>
          <p:cNvPr id="298" name="Google Shape;298;p22"/>
          <p:cNvSpPr/>
          <p:nvPr/>
        </p:nvSpPr>
        <p:spPr>
          <a:xfrm>
            <a:off x="-914400" y="-914400"/>
            <a:ext cx="4572000" cy="4572000"/>
          </a:xfrm>
          <a:prstGeom prst="ellipse">
            <a:avLst/>
          </a:prstGeom>
          <a:solidFill>
            <a:srgbClr val="00D4FF">
              <a:alpha val="10196"/>
            </a:srgbClr>
          </a:solidFill>
          <a:ln w="12700" cap="flat" cmpd="sng">
            <a:solidFill>
              <a:srgbClr val="00D4FF">
                <a:alpha val="1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22"/>
          <p:cNvSpPr/>
          <p:nvPr/>
        </p:nvSpPr>
        <p:spPr>
          <a:xfrm>
            <a:off x="5943600" y="2286000"/>
            <a:ext cx="4572000" cy="4572000"/>
          </a:xfrm>
          <a:prstGeom prst="ellipse">
            <a:avLst/>
          </a:prstGeom>
          <a:solidFill>
            <a:srgbClr val="7C3AED">
              <a:alpha val="14901"/>
            </a:srgbClr>
          </a:solidFill>
          <a:ln w="12700" cap="flat" cmpd="sng">
            <a:solidFill>
              <a:srgbClr val="7C3AED">
                <a:alpha val="14901"/>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22"/>
          <p:cNvSpPr/>
          <p:nvPr/>
        </p:nvSpPr>
        <p:spPr>
          <a:xfrm>
            <a:off x="914400" y="274320"/>
            <a:ext cx="73152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D4FF"/>
              </a:buClr>
              <a:buSzPts val="1100"/>
              <a:buFont typeface="Calibri"/>
              <a:buNone/>
            </a:pPr>
            <a:r>
              <a:rPr lang="en-US" sz="1100" b="1">
                <a:solidFill>
                  <a:srgbClr val="00D4FF"/>
                </a:solidFill>
                <a:latin typeface="Calibri"/>
                <a:ea typeface="Calibri"/>
                <a:cs typeface="Calibri"/>
                <a:sym typeface="Calibri"/>
              </a:rPr>
              <a:t>KEY TAKEAWAYS</a:t>
            </a:r>
            <a:endParaRPr sz="1100">
              <a:solidFill>
                <a:schemeClr val="lt1"/>
              </a:solidFill>
              <a:latin typeface="Arial"/>
              <a:ea typeface="Arial"/>
              <a:cs typeface="Arial"/>
              <a:sym typeface="Arial"/>
            </a:endParaRPr>
          </a:p>
        </p:txBody>
      </p:sp>
      <p:sp>
        <p:nvSpPr>
          <p:cNvPr id="301" name="Google Shape;301;p22"/>
          <p:cNvSpPr/>
          <p:nvPr/>
        </p:nvSpPr>
        <p:spPr>
          <a:xfrm>
            <a:off x="914400" y="685800"/>
            <a:ext cx="731520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3800"/>
              <a:buFont typeface="Cambria"/>
              <a:buNone/>
            </a:pPr>
            <a:r>
              <a:rPr lang="en-US" sz="3800" b="1">
                <a:solidFill>
                  <a:srgbClr val="FFFFFF"/>
                </a:solidFill>
                <a:latin typeface="Cambria"/>
                <a:ea typeface="Cambria"/>
                <a:cs typeface="Cambria"/>
                <a:sym typeface="Cambria"/>
              </a:rPr>
              <a:t>Summary</a:t>
            </a:r>
            <a:endParaRPr sz="3800">
              <a:solidFill>
                <a:schemeClr val="lt1"/>
              </a:solidFill>
              <a:latin typeface="Arial"/>
              <a:ea typeface="Arial"/>
              <a:cs typeface="Arial"/>
              <a:sym typeface="Arial"/>
            </a:endParaRPr>
          </a:p>
        </p:txBody>
      </p:sp>
      <p:sp>
        <p:nvSpPr>
          <p:cNvPr id="302" name="Google Shape;302;p22"/>
          <p:cNvSpPr/>
          <p:nvPr/>
        </p:nvSpPr>
        <p:spPr>
          <a:xfrm>
            <a:off x="457200" y="1417320"/>
            <a:ext cx="8229600" cy="594360"/>
          </a:xfrm>
          <a:prstGeom prst="roundRect">
            <a:avLst>
              <a:gd name="adj" fmla="val 10769"/>
            </a:avLst>
          </a:prstGeom>
          <a:solidFill>
            <a:srgbClr val="11224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 name="Google Shape;303;p22"/>
          <p:cNvSpPr/>
          <p:nvPr/>
        </p:nvSpPr>
        <p:spPr>
          <a:xfrm>
            <a:off x="566928" y="1417320"/>
            <a:ext cx="50292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304" name="Google Shape;304;p22"/>
          <p:cNvSpPr/>
          <p:nvPr/>
        </p:nvSpPr>
        <p:spPr>
          <a:xfrm>
            <a:off x="1143000" y="1417320"/>
            <a:ext cx="73152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250"/>
              <a:buFont typeface="Calibri"/>
              <a:buNone/>
            </a:pPr>
            <a:r>
              <a:rPr lang="en-US" sz="1250">
                <a:solidFill>
                  <a:srgbClr val="CBD5E1"/>
                </a:solidFill>
                <a:latin typeface="Calibri"/>
                <a:ea typeface="Calibri"/>
                <a:cs typeface="Calibri"/>
                <a:sym typeface="Calibri"/>
              </a:rPr>
              <a:t>Multimedia data mining unlocks insights hidden in images, audio, video, and text</a:t>
            </a:r>
            <a:endParaRPr sz="1250">
              <a:solidFill>
                <a:schemeClr val="lt1"/>
              </a:solidFill>
              <a:latin typeface="Arial"/>
              <a:ea typeface="Arial"/>
              <a:cs typeface="Arial"/>
              <a:sym typeface="Arial"/>
            </a:endParaRPr>
          </a:p>
        </p:txBody>
      </p:sp>
      <p:sp>
        <p:nvSpPr>
          <p:cNvPr id="305" name="Google Shape;305;p22"/>
          <p:cNvSpPr/>
          <p:nvPr/>
        </p:nvSpPr>
        <p:spPr>
          <a:xfrm>
            <a:off x="457200" y="2121408"/>
            <a:ext cx="8229600" cy="594360"/>
          </a:xfrm>
          <a:prstGeom prst="roundRect">
            <a:avLst>
              <a:gd name="adj" fmla="val 10769"/>
            </a:avLst>
          </a:prstGeom>
          <a:solidFill>
            <a:srgbClr val="11224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 name="Google Shape;306;p22"/>
          <p:cNvSpPr/>
          <p:nvPr/>
        </p:nvSpPr>
        <p:spPr>
          <a:xfrm>
            <a:off x="566928" y="2121408"/>
            <a:ext cx="50292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307" name="Google Shape;307;p22"/>
          <p:cNvSpPr/>
          <p:nvPr/>
        </p:nvSpPr>
        <p:spPr>
          <a:xfrm>
            <a:off x="1143000" y="2121408"/>
            <a:ext cx="73152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250"/>
              <a:buFont typeface="Calibri"/>
              <a:buNone/>
            </a:pPr>
            <a:r>
              <a:rPr lang="en-US" sz="1250">
                <a:solidFill>
                  <a:srgbClr val="CBD5E1"/>
                </a:solidFill>
                <a:latin typeface="Calibri"/>
                <a:ea typeface="Calibri"/>
                <a:cs typeface="Calibri"/>
                <a:sym typeface="Calibri"/>
              </a:rPr>
              <a:t>Deep learning &amp; multimodal AI are revolutionizing the field rapidly</a:t>
            </a:r>
            <a:endParaRPr sz="1250">
              <a:solidFill>
                <a:schemeClr val="lt1"/>
              </a:solidFill>
              <a:latin typeface="Arial"/>
              <a:ea typeface="Arial"/>
              <a:cs typeface="Arial"/>
              <a:sym typeface="Arial"/>
            </a:endParaRPr>
          </a:p>
        </p:txBody>
      </p:sp>
      <p:sp>
        <p:nvSpPr>
          <p:cNvPr id="308" name="Google Shape;308;p22"/>
          <p:cNvSpPr/>
          <p:nvPr/>
        </p:nvSpPr>
        <p:spPr>
          <a:xfrm>
            <a:off x="457200" y="2825496"/>
            <a:ext cx="8229600" cy="594360"/>
          </a:xfrm>
          <a:prstGeom prst="roundRect">
            <a:avLst>
              <a:gd name="adj" fmla="val 10769"/>
            </a:avLst>
          </a:prstGeom>
          <a:solidFill>
            <a:srgbClr val="11224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 name="Google Shape;309;p22"/>
          <p:cNvSpPr/>
          <p:nvPr/>
        </p:nvSpPr>
        <p:spPr>
          <a:xfrm>
            <a:off x="566928" y="2825496"/>
            <a:ext cx="50292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310" name="Google Shape;310;p22"/>
          <p:cNvSpPr/>
          <p:nvPr/>
        </p:nvSpPr>
        <p:spPr>
          <a:xfrm>
            <a:off x="1143000" y="2825496"/>
            <a:ext cx="73152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250"/>
              <a:buFont typeface="Calibri"/>
              <a:buNone/>
            </a:pPr>
            <a:r>
              <a:rPr lang="en-US" sz="1250">
                <a:solidFill>
                  <a:srgbClr val="CBD5E1"/>
                </a:solidFill>
                <a:latin typeface="Calibri"/>
                <a:ea typeface="Calibri"/>
                <a:cs typeface="Calibri"/>
                <a:sym typeface="Calibri"/>
              </a:rPr>
              <a:t>Applications span healthcare, security, search, retail, and beyond</a:t>
            </a:r>
            <a:endParaRPr sz="1250">
              <a:solidFill>
                <a:schemeClr val="lt1"/>
              </a:solidFill>
              <a:latin typeface="Arial"/>
              <a:ea typeface="Arial"/>
              <a:cs typeface="Arial"/>
              <a:sym typeface="Arial"/>
            </a:endParaRPr>
          </a:p>
        </p:txBody>
      </p:sp>
      <p:sp>
        <p:nvSpPr>
          <p:cNvPr id="311" name="Google Shape;311;p22"/>
          <p:cNvSpPr/>
          <p:nvPr/>
        </p:nvSpPr>
        <p:spPr>
          <a:xfrm>
            <a:off x="457200" y="3529584"/>
            <a:ext cx="8229600" cy="594360"/>
          </a:xfrm>
          <a:prstGeom prst="roundRect">
            <a:avLst>
              <a:gd name="adj" fmla="val 10769"/>
            </a:avLst>
          </a:prstGeom>
          <a:solidFill>
            <a:srgbClr val="11224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 name="Google Shape;312;p22"/>
          <p:cNvSpPr/>
          <p:nvPr/>
        </p:nvSpPr>
        <p:spPr>
          <a:xfrm>
            <a:off x="566928" y="3529584"/>
            <a:ext cx="50292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313" name="Google Shape;313;p22"/>
          <p:cNvSpPr/>
          <p:nvPr/>
        </p:nvSpPr>
        <p:spPr>
          <a:xfrm>
            <a:off x="1143000" y="3529584"/>
            <a:ext cx="73152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250"/>
              <a:buFont typeface="Calibri"/>
              <a:buNone/>
            </a:pPr>
            <a:r>
              <a:rPr lang="en-US" sz="1250">
                <a:solidFill>
                  <a:srgbClr val="CBD5E1"/>
                </a:solidFill>
                <a:latin typeface="Calibri"/>
                <a:ea typeface="Calibri"/>
                <a:cs typeface="Calibri"/>
                <a:sym typeface="Calibri"/>
              </a:rPr>
              <a:t>Key challenges include the semantic gap, computational cost, and privacy</a:t>
            </a:r>
            <a:endParaRPr sz="1250">
              <a:solidFill>
                <a:schemeClr val="lt1"/>
              </a:solidFill>
              <a:latin typeface="Arial"/>
              <a:ea typeface="Arial"/>
              <a:cs typeface="Arial"/>
              <a:sym typeface="Arial"/>
            </a:endParaRPr>
          </a:p>
        </p:txBody>
      </p:sp>
      <p:sp>
        <p:nvSpPr>
          <p:cNvPr id="314" name="Google Shape;314;p22"/>
          <p:cNvSpPr/>
          <p:nvPr/>
        </p:nvSpPr>
        <p:spPr>
          <a:xfrm>
            <a:off x="457200" y="4233672"/>
            <a:ext cx="8229600" cy="594360"/>
          </a:xfrm>
          <a:prstGeom prst="roundRect">
            <a:avLst>
              <a:gd name="adj" fmla="val 10769"/>
            </a:avLst>
          </a:prstGeom>
          <a:solidFill>
            <a:srgbClr val="112240"/>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 name="Google Shape;315;p22"/>
          <p:cNvSpPr/>
          <p:nvPr/>
        </p:nvSpPr>
        <p:spPr>
          <a:xfrm>
            <a:off x="566928" y="4233672"/>
            <a:ext cx="50292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316" name="Google Shape;316;p22"/>
          <p:cNvSpPr/>
          <p:nvPr/>
        </p:nvSpPr>
        <p:spPr>
          <a:xfrm>
            <a:off x="1143000" y="4233672"/>
            <a:ext cx="73152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250"/>
              <a:buFont typeface="Calibri"/>
              <a:buNone/>
            </a:pPr>
            <a:r>
              <a:rPr lang="en-US" sz="1250">
                <a:solidFill>
                  <a:srgbClr val="CBD5E1"/>
                </a:solidFill>
                <a:latin typeface="Calibri"/>
                <a:ea typeface="Calibri"/>
                <a:cs typeface="Calibri"/>
                <a:sym typeface="Calibri"/>
              </a:rPr>
              <a:t>The future is multimodal — fusing all data types for richer intelligence</a:t>
            </a:r>
            <a:endParaRPr sz="1250">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1_Art_mountaineering">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3425</Words>
  <Application>WPS Presentation</Application>
  <PresentationFormat/>
  <Paragraphs>221</Paragraphs>
  <Slides>9</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9</vt:i4>
      </vt:variant>
    </vt:vector>
  </HeadingPairs>
  <TitlesOfParts>
    <vt:vector size="22" baseType="lpstr">
      <vt:lpstr>Arial</vt:lpstr>
      <vt:lpstr>SimSun</vt:lpstr>
      <vt:lpstr>Wingdings</vt:lpstr>
      <vt:lpstr>Arial</vt:lpstr>
      <vt:lpstr>DejaVu Sans</vt:lpstr>
      <vt:lpstr>Calibri</vt:lpstr>
      <vt:lpstr>Cambria</vt:lpstr>
      <vt:lpstr>Microsoft YaHei</vt:lpstr>
      <vt:lpstr>Droid Sans Fallback</vt:lpstr>
      <vt:lpstr>Arial Unicode MS</vt:lpstr>
      <vt:lpstr>C059</vt:lpstr>
      <vt:lpstr>Noto Sans Symbols2</vt:lpstr>
      <vt:lpstr>1_Art_mountaineering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mrrv</cp:lastModifiedBy>
  <cp:revision>1</cp:revision>
  <dcterms:created xsi:type="dcterms:W3CDTF">2026-07-06T23:44:48Z</dcterms:created>
  <dcterms:modified xsi:type="dcterms:W3CDTF">2026-07-06T23:44:48Z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