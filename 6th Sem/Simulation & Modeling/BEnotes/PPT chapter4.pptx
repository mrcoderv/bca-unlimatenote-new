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3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Lst>
  <p:sldSz cx="9144000" cy="6858000" type="screen4x3"/>
  <p:notesSz cx="6858000" cy="9144000"/>
  <p:embeddedFontLst>
    <p:embeddedFont>
      <p:font typeface="Calibri" panose="020F0502020204030204" pitchFamily="34" charset="0"/>
      <p:regular r:id="rId32"/>
      <p:bold r:id="rId33"/>
      <p:italic r:id="rId34"/>
      <p:boldItalic r:id="rId35"/>
    </p:embeddedFont>
    <p:embeddedFont>
      <p:font typeface="Constantia" panose="02030602050306030303" pitchFamily="18"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jW1Te2TgPFtsM0eMp6Tx7Mcntj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141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8.fntdata"/><Relationship Id="rId21" Type="http://schemas.openxmlformats.org/officeDocument/2006/relationships/slide" Target="slides/slide19.xml"/><Relationship Id="rId34" Type="http://schemas.openxmlformats.org/officeDocument/2006/relationships/font" Target="fonts/font3.fntdata"/><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1.fntdata"/><Relationship Id="rId37" Type="http://schemas.openxmlformats.org/officeDocument/2006/relationships/font" Target="fonts/font6.fntdata"/><Relationship Id="rId40" Type="http://customschemas.google.com/relationships/presentationmetadata" Target="meta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5.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4.fntdata"/><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2.fntdata"/><Relationship Id="rId38"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5" name="Google Shape;205;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18f1b4e5d406dfd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18f1b4e5d406dfd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9" name="Google Shape;249;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5" name="Google Shape;255;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rgbClr val="439FD7"/>
            </a:gs>
            <a:gs pos="25000">
              <a:srgbClr val="4397CA"/>
            </a:gs>
            <a:gs pos="100000">
              <a:srgbClr val="00466A"/>
            </a:gs>
          </a:gsLst>
          <a:path path="circle">
            <a:fillToRect l="50000" t="50000" r="50000" b="50000"/>
          </a:path>
          <a:tileRect/>
        </a:gradFill>
        <a:effectLst/>
      </p:bgPr>
    </p:bg>
    <p:spTree>
      <p:nvGrpSpPr>
        <p:cNvPr id="1" name="Shape 16"/>
        <p:cNvGrpSpPr/>
        <p:nvPr/>
      </p:nvGrpSpPr>
      <p:grpSpPr>
        <a:xfrm>
          <a:off x="0" y="0"/>
          <a:ext cx="0" cy="0"/>
          <a:chOff x="0" y="0"/>
          <a:chExt cx="0" cy="0"/>
        </a:xfrm>
      </p:grpSpPr>
      <p:sp>
        <p:nvSpPr>
          <p:cNvPr id="17" name="Google Shape;17;p31"/>
          <p:cNvSpPr txBox="1">
            <a:spLocks noGrp="1"/>
          </p:cNvSpPr>
          <p:nvPr>
            <p:ph type="ctrTitle"/>
          </p:nvPr>
        </p:nvSpPr>
        <p:spPr>
          <a:xfrm>
            <a:off x="533400" y="1371600"/>
            <a:ext cx="7851648" cy="1828800"/>
          </a:xfrm>
          <a:prstGeom prst="rect">
            <a:avLst/>
          </a:prstGeom>
          <a:noFill/>
          <a:ln>
            <a:noFill/>
          </a:ln>
        </p:spPr>
        <p:txBody>
          <a:bodyPr spcFirstLastPara="1" wrap="square" lIns="0" tIns="0" rIns="18275" bIns="0" anchor="b" anchorCtr="0">
            <a:normAutofit/>
          </a:bodyPr>
          <a:lstStyle>
            <a:lvl1pPr lvl="0" algn="r">
              <a:spcBef>
                <a:spcPts val="0"/>
              </a:spcBef>
              <a:spcAft>
                <a:spcPts val="0"/>
              </a:spcAft>
              <a:buClr>
                <a:srgbClr val="4CE0EA"/>
              </a:buClr>
              <a:buSzPts val="5600"/>
              <a:buFont typeface="Calibri"/>
              <a:buNone/>
              <a:defRPr sz="5600" b="1">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31"/>
          <p:cNvSpPr txBox="1">
            <a:spLocks noGrp="1"/>
          </p:cNvSpPr>
          <p:nvPr>
            <p:ph type="subTitle" idx="1"/>
          </p:nvPr>
        </p:nvSpPr>
        <p:spPr>
          <a:xfrm>
            <a:off x="533400" y="3228536"/>
            <a:ext cx="7854696" cy="1752600"/>
          </a:xfrm>
          <a:prstGeom prst="rect">
            <a:avLst/>
          </a:prstGeom>
          <a:noFill/>
          <a:ln>
            <a:noFill/>
          </a:ln>
        </p:spPr>
        <p:txBody>
          <a:bodyPr spcFirstLastPara="1" wrap="square" lIns="0" tIns="45700" rIns="18275" bIns="45700" anchor="t" anchorCtr="0">
            <a:normAutofit/>
          </a:bodyPr>
          <a:lstStyle>
            <a:lvl1pPr marR="45720" lvl="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a:endParaRPr/>
          </a:p>
        </p:txBody>
      </p:sp>
      <p:sp>
        <p:nvSpPr>
          <p:cNvPr id="19" name="Google Shape;19;p31"/>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1"/>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1"/>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32"/>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2"/>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lvl1pPr marL="457200" lvl="0" indent="-337185" algn="l">
              <a:spcBef>
                <a:spcPts val="360"/>
              </a:spcBef>
              <a:spcAft>
                <a:spcPts val="0"/>
              </a:spcAft>
              <a:buSzPts val="1710"/>
              <a:buChar char="⚫"/>
              <a:defRPr/>
            </a:lvl1pPr>
            <a:lvl2pPr marL="914400" lvl="1" indent="-325755" algn="l">
              <a:spcBef>
                <a:spcPts val="360"/>
              </a:spcBef>
              <a:spcAft>
                <a:spcPts val="0"/>
              </a:spcAft>
              <a:buSzPts val="1530"/>
              <a:buChar char="⚫"/>
              <a:defRPr/>
            </a:lvl2pPr>
            <a:lvl3pPr marL="1371600" lvl="2" indent="-308610" algn="l">
              <a:spcBef>
                <a:spcPts val="360"/>
              </a:spcBef>
              <a:spcAft>
                <a:spcPts val="0"/>
              </a:spcAft>
              <a:buSzPts val="1260"/>
              <a:buChar char="⚫"/>
              <a:defRPr/>
            </a:lvl3pPr>
            <a:lvl4pPr marL="1828800" lvl="3" indent="-302894" algn="l">
              <a:spcBef>
                <a:spcPts val="360"/>
              </a:spcBef>
              <a:spcAft>
                <a:spcPts val="0"/>
              </a:spcAft>
              <a:buSzPts val="1170"/>
              <a:buChar char="⚫"/>
              <a:defRPr/>
            </a:lvl4pPr>
            <a:lvl5pPr marL="2286000" lvl="4" indent="-302895" algn="l">
              <a:spcBef>
                <a:spcPts val="360"/>
              </a:spcBef>
              <a:spcAft>
                <a:spcPts val="0"/>
              </a:spcAft>
              <a:buSzPts val="1170"/>
              <a:buChar char="⚫"/>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36" name="Google Shape;36;p32"/>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32"/>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2"/>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rgbClr val="439FD7"/>
            </a:gs>
            <a:gs pos="25000">
              <a:srgbClr val="4397CA"/>
            </a:gs>
            <a:gs pos="100000">
              <a:srgbClr val="00466A"/>
            </a:gs>
          </a:gsLst>
          <a:path path="circle">
            <a:fillToRect l="50000" t="50000" r="50000" b="50000"/>
          </a:path>
          <a:tileRect/>
        </a:gradFill>
        <a:effectLst/>
      </p:bgPr>
    </p:bg>
    <p:spTree>
      <p:nvGrpSpPr>
        <p:cNvPr id="1" name="Shape 39"/>
        <p:cNvGrpSpPr/>
        <p:nvPr/>
      </p:nvGrpSpPr>
      <p:grpSpPr>
        <a:xfrm>
          <a:off x="0" y="0"/>
          <a:ext cx="0" cy="0"/>
          <a:chOff x="0" y="0"/>
          <a:chExt cx="0" cy="0"/>
        </a:xfrm>
      </p:grpSpPr>
      <p:sp>
        <p:nvSpPr>
          <p:cNvPr id="40" name="Google Shape;40;p30"/>
          <p:cNvSpPr txBox="1">
            <a:spLocks noGrp="1"/>
          </p:cNvSpPr>
          <p:nvPr>
            <p:ph type="ctrTitle"/>
          </p:nvPr>
        </p:nvSpPr>
        <p:spPr>
          <a:xfrm>
            <a:off x="533400" y="1371600"/>
            <a:ext cx="7851648" cy="1828800"/>
          </a:xfrm>
          <a:prstGeom prst="rect">
            <a:avLst/>
          </a:prstGeom>
          <a:noFill/>
          <a:ln>
            <a:noFill/>
          </a:ln>
        </p:spPr>
        <p:txBody>
          <a:bodyPr spcFirstLastPara="1" wrap="square" lIns="0" tIns="0" rIns="18275" bIns="0" anchor="b" anchorCtr="0">
            <a:normAutofit/>
          </a:bodyPr>
          <a:lstStyle>
            <a:lvl1pPr lvl="0" algn="r">
              <a:spcBef>
                <a:spcPts val="0"/>
              </a:spcBef>
              <a:spcAft>
                <a:spcPts val="0"/>
              </a:spcAft>
              <a:buClr>
                <a:srgbClr val="4CE0EA"/>
              </a:buClr>
              <a:buSzPts val="5600"/>
              <a:buFont typeface="Calibri"/>
              <a:buNone/>
              <a:defRPr sz="5600" b="1">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30"/>
          <p:cNvSpPr txBox="1">
            <a:spLocks noGrp="1"/>
          </p:cNvSpPr>
          <p:nvPr>
            <p:ph type="subTitle" idx="1"/>
          </p:nvPr>
        </p:nvSpPr>
        <p:spPr>
          <a:xfrm>
            <a:off x="533400" y="3228536"/>
            <a:ext cx="7854696" cy="1752600"/>
          </a:xfrm>
          <a:prstGeom prst="rect">
            <a:avLst/>
          </a:prstGeom>
          <a:noFill/>
          <a:ln>
            <a:noFill/>
          </a:ln>
        </p:spPr>
        <p:txBody>
          <a:bodyPr spcFirstLastPara="1" wrap="square" lIns="0" tIns="45700" rIns="18275" bIns="45700" anchor="t" anchorCtr="0">
            <a:normAutofit/>
          </a:bodyPr>
          <a:lstStyle>
            <a:lvl1pPr marR="45720" lvl="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a:endParaRPr/>
          </a:p>
        </p:txBody>
      </p:sp>
      <p:sp>
        <p:nvSpPr>
          <p:cNvPr id="42" name="Google Shape;42;p30"/>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0"/>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30"/>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rgbClr val="439FD7"/>
            </a:gs>
            <a:gs pos="25000">
              <a:srgbClr val="4397CA"/>
            </a:gs>
            <a:gs pos="100000">
              <a:srgbClr val="00466A"/>
            </a:gs>
          </a:gsLst>
          <a:path path="circle">
            <a:fillToRect l="50000" t="50000" r="50000" b="50000"/>
          </a:path>
          <a:tileRect/>
        </a:gradFill>
        <a:effectLst/>
      </p:bgPr>
    </p:bg>
    <p:spTree>
      <p:nvGrpSpPr>
        <p:cNvPr id="1" name="Shape 45"/>
        <p:cNvGrpSpPr/>
        <p:nvPr/>
      </p:nvGrpSpPr>
      <p:grpSpPr>
        <a:xfrm>
          <a:off x="0" y="0"/>
          <a:ext cx="0" cy="0"/>
          <a:chOff x="0" y="0"/>
          <a:chExt cx="0" cy="0"/>
        </a:xfrm>
      </p:grpSpPr>
      <p:sp>
        <p:nvSpPr>
          <p:cNvPr id="46" name="Google Shape;46;p33"/>
          <p:cNvSpPr txBox="1">
            <a:spLocks noGrp="1"/>
          </p:cNvSpPr>
          <p:nvPr>
            <p:ph type="title"/>
          </p:nvPr>
        </p:nvSpPr>
        <p:spPr>
          <a:xfrm>
            <a:off x="530352" y="1316736"/>
            <a:ext cx="7772400" cy="1362456"/>
          </a:xfrm>
          <a:prstGeom prst="rect">
            <a:avLst/>
          </a:prstGeom>
          <a:noFill/>
          <a:ln>
            <a:noFill/>
          </a:ln>
        </p:spPr>
        <p:txBody>
          <a:bodyPr spcFirstLastPara="1" wrap="square" lIns="0" tIns="0" rIns="0" bIns="0" anchor="b" anchorCtr="0">
            <a:noAutofit/>
          </a:bodyPr>
          <a:lstStyle>
            <a:lvl1pPr lvl="0" algn="l">
              <a:spcBef>
                <a:spcPts val="0"/>
              </a:spcBef>
              <a:spcAft>
                <a:spcPts val="0"/>
              </a:spcAft>
              <a:buClr>
                <a:srgbClr val="4AE3AC"/>
              </a:buClr>
              <a:buSzPts val="5600"/>
              <a:buFont typeface="Calibri"/>
              <a:buNone/>
              <a:defRPr sz="5600" b="1" cap="none">
                <a:solidFill>
                  <a:srgbClr val="4AE3A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33"/>
          <p:cNvSpPr txBox="1">
            <a:spLocks noGrp="1"/>
          </p:cNvSpPr>
          <p:nvPr>
            <p:ph type="body" idx="1"/>
          </p:nvPr>
        </p:nvSpPr>
        <p:spPr>
          <a:xfrm>
            <a:off x="530352" y="2704664"/>
            <a:ext cx="7772400" cy="1509712"/>
          </a:xfrm>
          <a:prstGeom prst="rect">
            <a:avLst/>
          </a:prstGeom>
          <a:noFill/>
          <a:ln>
            <a:noFill/>
          </a:ln>
        </p:spPr>
        <p:txBody>
          <a:bodyPr spcFirstLastPara="1" wrap="square" lIns="45700" tIns="45700" rIns="45700" bIns="45700" anchor="t" anchorCtr="0">
            <a:normAutofit/>
          </a:bodyPr>
          <a:lstStyle>
            <a:lvl1pPr marL="457200" lvl="0" indent="-228600" algn="l">
              <a:spcBef>
                <a:spcPts val="440"/>
              </a:spcBef>
              <a:spcAft>
                <a:spcPts val="0"/>
              </a:spcAft>
              <a:buSzPts val="2090"/>
              <a:buNone/>
              <a:defRPr sz="2200">
                <a:solidFill>
                  <a:schemeClr val="lt1"/>
                </a:solidFill>
              </a:defRPr>
            </a:lvl1pPr>
            <a:lvl2pPr marL="914400" lvl="1" indent="-228600" algn="l">
              <a:spcBef>
                <a:spcPts val="360"/>
              </a:spcBef>
              <a:spcAft>
                <a:spcPts val="0"/>
              </a:spcAft>
              <a:buSzPts val="1530"/>
              <a:buNone/>
              <a:defRPr sz="1800">
                <a:solidFill>
                  <a:schemeClr val="lt1"/>
                </a:solidFill>
              </a:defRPr>
            </a:lvl2pPr>
            <a:lvl3pPr marL="1371600" lvl="2" indent="-228600" algn="l">
              <a:spcBef>
                <a:spcPts val="320"/>
              </a:spcBef>
              <a:spcAft>
                <a:spcPts val="0"/>
              </a:spcAft>
              <a:buSzPts val="1120"/>
              <a:buNone/>
              <a:defRPr sz="1600">
                <a:solidFill>
                  <a:schemeClr val="lt1"/>
                </a:solidFill>
              </a:defRPr>
            </a:lvl3pPr>
            <a:lvl4pPr marL="1828800" lvl="3" indent="-228600" algn="l">
              <a:spcBef>
                <a:spcPts val="280"/>
              </a:spcBef>
              <a:spcAft>
                <a:spcPts val="0"/>
              </a:spcAft>
              <a:buSzPts val="910"/>
              <a:buNone/>
              <a:defRPr sz="1400">
                <a:solidFill>
                  <a:schemeClr val="lt1"/>
                </a:solidFill>
              </a:defRPr>
            </a:lvl4pPr>
            <a:lvl5pPr marL="2286000" lvl="4" indent="-228600" algn="l">
              <a:spcBef>
                <a:spcPts val="280"/>
              </a:spcBef>
              <a:spcAft>
                <a:spcPts val="0"/>
              </a:spcAft>
              <a:buSzPts val="910"/>
              <a:buNone/>
              <a:defRPr sz="1400">
                <a:solidFill>
                  <a:schemeClr val="lt1"/>
                </a:solidFill>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8" name="Google Shape;48;p33"/>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33"/>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33"/>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1"/>
        <p:cNvGrpSpPr/>
        <p:nvPr/>
      </p:nvGrpSpPr>
      <p:grpSpPr>
        <a:xfrm>
          <a:off x="0" y="0"/>
          <a:ext cx="0" cy="0"/>
          <a:chOff x="0" y="0"/>
          <a:chExt cx="0" cy="0"/>
        </a:xfrm>
      </p:grpSpPr>
      <p:sp>
        <p:nvSpPr>
          <p:cNvPr id="52" name="Google Shape;52;p34"/>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34"/>
          <p:cNvSpPr txBox="1">
            <a:spLocks noGrp="1"/>
          </p:cNvSpPr>
          <p:nvPr>
            <p:ph type="body" idx="1"/>
          </p:nvPr>
        </p:nvSpPr>
        <p:spPr>
          <a:xfrm>
            <a:off x="457200" y="1920085"/>
            <a:ext cx="4038600" cy="4434840"/>
          </a:xfrm>
          <a:prstGeom prst="rect">
            <a:avLst/>
          </a:prstGeom>
          <a:noFill/>
          <a:ln>
            <a:noFill/>
          </a:ln>
        </p:spPr>
        <p:txBody>
          <a:bodyPr spcFirstLastPara="1" wrap="square" lIns="91425" tIns="45700" rIns="91425" bIns="45700" anchor="t" anchorCtr="0">
            <a:normAutofit/>
          </a:bodyPr>
          <a:lstStyle>
            <a:lvl1pPr marL="457200" lvl="0" indent="-385445" algn="l">
              <a:spcBef>
                <a:spcPts val="520"/>
              </a:spcBef>
              <a:spcAft>
                <a:spcPts val="0"/>
              </a:spcAft>
              <a:buSzPts val="2470"/>
              <a:buChar char="⚫"/>
              <a:defRPr sz="2600"/>
            </a:lvl1pPr>
            <a:lvl2pPr marL="914400" lvl="1" indent="-358140" algn="l">
              <a:spcBef>
                <a:spcPts val="480"/>
              </a:spcBef>
              <a:spcAft>
                <a:spcPts val="0"/>
              </a:spcAft>
              <a:buSzPts val="2040"/>
              <a:buChar char="⚫"/>
              <a:defRPr sz="2400"/>
            </a:lvl2pPr>
            <a:lvl3pPr marL="1371600" lvl="2" indent="-317500" algn="l">
              <a:spcBef>
                <a:spcPts val="400"/>
              </a:spcBef>
              <a:spcAft>
                <a:spcPts val="0"/>
              </a:spcAft>
              <a:buSzPts val="1400"/>
              <a:buChar char="⚫"/>
              <a:defRPr sz="2000"/>
            </a:lvl3pPr>
            <a:lvl4pPr marL="1828800" lvl="3" indent="-302894" algn="l">
              <a:spcBef>
                <a:spcPts val="360"/>
              </a:spcBef>
              <a:spcAft>
                <a:spcPts val="0"/>
              </a:spcAft>
              <a:buSzPts val="1170"/>
              <a:buChar char="⚫"/>
              <a:defRPr sz="1800"/>
            </a:lvl4pPr>
            <a:lvl5pPr marL="2286000" lvl="4" indent="-302895" algn="l">
              <a:spcBef>
                <a:spcPts val="360"/>
              </a:spcBef>
              <a:spcAft>
                <a:spcPts val="0"/>
              </a:spcAft>
              <a:buSzPts val="1170"/>
              <a:buChar char="⚫"/>
              <a:defRPr sz="18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54" name="Google Shape;54;p34"/>
          <p:cNvSpPr txBox="1">
            <a:spLocks noGrp="1"/>
          </p:cNvSpPr>
          <p:nvPr>
            <p:ph type="body" idx="2"/>
          </p:nvPr>
        </p:nvSpPr>
        <p:spPr>
          <a:xfrm>
            <a:off x="4648200" y="1920085"/>
            <a:ext cx="4038600" cy="4434840"/>
          </a:xfrm>
          <a:prstGeom prst="rect">
            <a:avLst/>
          </a:prstGeom>
          <a:noFill/>
          <a:ln>
            <a:noFill/>
          </a:ln>
        </p:spPr>
        <p:txBody>
          <a:bodyPr spcFirstLastPara="1" wrap="square" lIns="91425" tIns="45700" rIns="91425" bIns="45700" anchor="t" anchorCtr="0">
            <a:normAutofit/>
          </a:bodyPr>
          <a:lstStyle>
            <a:lvl1pPr marL="457200" lvl="0" indent="-385445" algn="l">
              <a:spcBef>
                <a:spcPts val="520"/>
              </a:spcBef>
              <a:spcAft>
                <a:spcPts val="0"/>
              </a:spcAft>
              <a:buSzPts val="2470"/>
              <a:buChar char="⚫"/>
              <a:defRPr sz="2600"/>
            </a:lvl1pPr>
            <a:lvl2pPr marL="914400" lvl="1" indent="-358140" algn="l">
              <a:spcBef>
                <a:spcPts val="480"/>
              </a:spcBef>
              <a:spcAft>
                <a:spcPts val="0"/>
              </a:spcAft>
              <a:buSzPts val="2040"/>
              <a:buChar char="⚫"/>
              <a:defRPr sz="2400"/>
            </a:lvl2pPr>
            <a:lvl3pPr marL="1371600" lvl="2" indent="-317500" algn="l">
              <a:spcBef>
                <a:spcPts val="400"/>
              </a:spcBef>
              <a:spcAft>
                <a:spcPts val="0"/>
              </a:spcAft>
              <a:buSzPts val="1400"/>
              <a:buChar char="⚫"/>
              <a:defRPr sz="2000"/>
            </a:lvl3pPr>
            <a:lvl4pPr marL="1828800" lvl="3" indent="-302894" algn="l">
              <a:spcBef>
                <a:spcPts val="360"/>
              </a:spcBef>
              <a:spcAft>
                <a:spcPts val="0"/>
              </a:spcAft>
              <a:buSzPts val="1170"/>
              <a:buChar char="⚫"/>
              <a:defRPr sz="1800"/>
            </a:lvl4pPr>
            <a:lvl5pPr marL="2286000" lvl="4" indent="-302895" algn="l">
              <a:spcBef>
                <a:spcPts val="360"/>
              </a:spcBef>
              <a:spcAft>
                <a:spcPts val="0"/>
              </a:spcAft>
              <a:buSzPts val="1170"/>
              <a:buChar char="⚫"/>
              <a:defRPr sz="18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55" name="Google Shape;55;p34"/>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4"/>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4"/>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8"/>
        <p:cNvGrpSpPr/>
        <p:nvPr/>
      </p:nvGrpSpPr>
      <p:grpSpPr>
        <a:xfrm>
          <a:off x="0" y="0"/>
          <a:ext cx="0" cy="0"/>
          <a:chOff x="0" y="0"/>
          <a:chExt cx="0" cy="0"/>
        </a:xfrm>
      </p:grpSpPr>
      <p:sp>
        <p:nvSpPr>
          <p:cNvPr id="59" name="Google Shape;59;p35"/>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5"/>
          <p:cNvSpPr txBox="1">
            <a:spLocks noGrp="1"/>
          </p:cNvSpPr>
          <p:nvPr>
            <p:ph type="body" idx="1"/>
          </p:nvPr>
        </p:nvSpPr>
        <p:spPr>
          <a:xfrm>
            <a:off x="457200" y="1855248"/>
            <a:ext cx="4040188" cy="659352"/>
          </a:xfrm>
          <a:prstGeom prst="rect">
            <a:avLst/>
          </a:prstGeom>
          <a:noFill/>
          <a:ln>
            <a:noFill/>
          </a:ln>
        </p:spPr>
        <p:txBody>
          <a:bodyPr spcFirstLastPara="1" wrap="square" lIns="45700" tIns="0" rIns="45700" bIns="0" anchor="ctr" anchorCtr="0">
            <a:noAutofit/>
          </a:bodyPr>
          <a:lstStyle>
            <a:lvl1pPr marL="457200" lvl="0" indent="-228600" algn="l">
              <a:spcBef>
                <a:spcPts val="480"/>
              </a:spcBef>
              <a:spcAft>
                <a:spcPts val="0"/>
              </a:spcAft>
              <a:buSzPts val="2280"/>
              <a:buNone/>
              <a:defRPr sz="2400" b="1" cap="none">
                <a:solidFill>
                  <a:schemeClr val="dk2"/>
                </a:solidFill>
              </a:defRPr>
            </a:lvl1pPr>
            <a:lvl2pPr marL="914400" lvl="1" indent="-228600" algn="l">
              <a:spcBef>
                <a:spcPts val="400"/>
              </a:spcBef>
              <a:spcAft>
                <a:spcPts val="0"/>
              </a:spcAft>
              <a:buSzPts val="1700"/>
              <a:buNone/>
              <a:defRPr sz="2000" b="1"/>
            </a:lvl2pPr>
            <a:lvl3pPr marL="1371600" lvl="2" indent="-228600" algn="l">
              <a:spcBef>
                <a:spcPts val="360"/>
              </a:spcBef>
              <a:spcAft>
                <a:spcPts val="0"/>
              </a:spcAft>
              <a:buSzPts val="1260"/>
              <a:buNone/>
              <a:defRPr sz="1800" b="1"/>
            </a:lvl3pPr>
            <a:lvl4pPr marL="1828800" lvl="3" indent="-228600" algn="l">
              <a:spcBef>
                <a:spcPts val="320"/>
              </a:spcBef>
              <a:spcAft>
                <a:spcPts val="0"/>
              </a:spcAft>
              <a:buSzPts val="1040"/>
              <a:buNone/>
              <a:defRPr sz="1600" b="1"/>
            </a:lvl4pPr>
            <a:lvl5pPr marL="2286000" lvl="4" indent="-228600" algn="l">
              <a:spcBef>
                <a:spcPts val="320"/>
              </a:spcBef>
              <a:spcAft>
                <a:spcPts val="0"/>
              </a:spcAft>
              <a:buSzPts val="1040"/>
              <a:buNone/>
              <a:defRPr sz="1600" b="1"/>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1" name="Google Shape;61;p35"/>
          <p:cNvSpPr txBox="1">
            <a:spLocks noGrp="1"/>
          </p:cNvSpPr>
          <p:nvPr>
            <p:ph type="body" idx="2"/>
          </p:nvPr>
        </p:nvSpPr>
        <p:spPr>
          <a:xfrm>
            <a:off x="4645025" y="1859757"/>
            <a:ext cx="4041775" cy="654843"/>
          </a:xfrm>
          <a:prstGeom prst="rect">
            <a:avLst/>
          </a:prstGeom>
          <a:noFill/>
          <a:ln>
            <a:noFill/>
          </a:ln>
        </p:spPr>
        <p:txBody>
          <a:bodyPr spcFirstLastPara="1" wrap="square" lIns="45700" tIns="0" rIns="45700" bIns="0" anchor="ctr" anchorCtr="0">
            <a:normAutofit/>
          </a:bodyPr>
          <a:lstStyle>
            <a:lvl1pPr marL="457200" lvl="0" indent="-228600" algn="l">
              <a:spcBef>
                <a:spcPts val="480"/>
              </a:spcBef>
              <a:spcAft>
                <a:spcPts val="0"/>
              </a:spcAft>
              <a:buSzPts val="2280"/>
              <a:buNone/>
              <a:defRPr sz="2400" b="1" cap="none">
                <a:solidFill>
                  <a:schemeClr val="dk2"/>
                </a:solidFill>
              </a:defRPr>
            </a:lvl1pPr>
            <a:lvl2pPr marL="914400" lvl="1" indent="-228600" algn="l">
              <a:spcBef>
                <a:spcPts val="400"/>
              </a:spcBef>
              <a:spcAft>
                <a:spcPts val="0"/>
              </a:spcAft>
              <a:buSzPts val="1700"/>
              <a:buNone/>
              <a:defRPr sz="2000" b="1"/>
            </a:lvl2pPr>
            <a:lvl3pPr marL="1371600" lvl="2" indent="-228600" algn="l">
              <a:spcBef>
                <a:spcPts val="360"/>
              </a:spcBef>
              <a:spcAft>
                <a:spcPts val="0"/>
              </a:spcAft>
              <a:buSzPts val="1260"/>
              <a:buNone/>
              <a:defRPr sz="1800" b="1"/>
            </a:lvl3pPr>
            <a:lvl4pPr marL="1828800" lvl="3" indent="-228600" algn="l">
              <a:spcBef>
                <a:spcPts val="320"/>
              </a:spcBef>
              <a:spcAft>
                <a:spcPts val="0"/>
              </a:spcAft>
              <a:buSzPts val="1040"/>
              <a:buNone/>
              <a:defRPr sz="1600" b="1"/>
            </a:lvl4pPr>
            <a:lvl5pPr marL="2286000" lvl="4" indent="-228600" algn="l">
              <a:spcBef>
                <a:spcPts val="320"/>
              </a:spcBef>
              <a:spcAft>
                <a:spcPts val="0"/>
              </a:spcAft>
              <a:buSzPts val="1040"/>
              <a:buNone/>
              <a:defRPr sz="1600" b="1"/>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2" name="Google Shape;62;p35"/>
          <p:cNvSpPr txBox="1">
            <a:spLocks noGrp="1"/>
          </p:cNvSpPr>
          <p:nvPr>
            <p:ph type="body" idx="3"/>
          </p:nvPr>
        </p:nvSpPr>
        <p:spPr>
          <a:xfrm>
            <a:off x="457200" y="2514600"/>
            <a:ext cx="4040188" cy="3845720"/>
          </a:xfrm>
          <a:prstGeom prst="rect">
            <a:avLst/>
          </a:prstGeom>
          <a:noFill/>
          <a:ln>
            <a:noFill/>
          </a:ln>
        </p:spPr>
        <p:txBody>
          <a:bodyPr spcFirstLastPara="1" wrap="square" lIns="91425" tIns="0" rIns="91425" bIns="45700" anchor="t" anchorCtr="0">
            <a:normAutofit/>
          </a:bodyPr>
          <a:lstStyle>
            <a:lvl1pPr marL="457200" lvl="0" indent="-361315" algn="l">
              <a:spcBef>
                <a:spcPts val="440"/>
              </a:spcBef>
              <a:spcAft>
                <a:spcPts val="0"/>
              </a:spcAft>
              <a:buSzPts val="2090"/>
              <a:buChar char="⚫"/>
              <a:defRPr sz="2200"/>
            </a:lvl1pPr>
            <a:lvl2pPr marL="914400" lvl="1" indent="-336550" algn="l">
              <a:spcBef>
                <a:spcPts val="400"/>
              </a:spcBef>
              <a:spcAft>
                <a:spcPts val="0"/>
              </a:spcAft>
              <a:buSzPts val="1700"/>
              <a:buChar char="⚫"/>
              <a:defRPr sz="2000"/>
            </a:lvl2pPr>
            <a:lvl3pPr marL="1371600" lvl="2" indent="-308610" algn="l">
              <a:spcBef>
                <a:spcPts val="360"/>
              </a:spcBef>
              <a:spcAft>
                <a:spcPts val="0"/>
              </a:spcAft>
              <a:buSzPts val="1260"/>
              <a:buChar char="⚫"/>
              <a:defRPr sz="1800"/>
            </a:lvl3pPr>
            <a:lvl4pPr marL="1828800" lvl="3" indent="-294639" algn="l">
              <a:spcBef>
                <a:spcPts val="320"/>
              </a:spcBef>
              <a:spcAft>
                <a:spcPts val="0"/>
              </a:spcAft>
              <a:buSzPts val="1040"/>
              <a:buChar char="⚫"/>
              <a:defRPr sz="1600"/>
            </a:lvl4pPr>
            <a:lvl5pPr marL="2286000" lvl="4" indent="-294639" algn="l">
              <a:spcBef>
                <a:spcPts val="320"/>
              </a:spcBef>
              <a:spcAft>
                <a:spcPts val="0"/>
              </a:spcAft>
              <a:buSzPts val="1040"/>
              <a:buChar char="⚫"/>
              <a:defRPr sz="16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3" name="Google Shape;63;p35"/>
          <p:cNvSpPr txBox="1">
            <a:spLocks noGrp="1"/>
          </p:cNvSpPr>
          <p:nvPr>
            <p:ph type="body" idx="4"/>
          </p:nvPr>
        </p:nvSpPr>
        <p:spPr>
          <a:xfrm>
            <a:off x="4645025" y="2514600"/>
            <a:ext cx="4041775" cy="3845720"/>
          </a:xfrm>
          <a:prstGeom prst="rect">
            <a:avLst/>
          </a:prstGeom>
          <a:noFill/>
          <a:ln>
            <a:noFill/>
          </a:ln>
        </p:spPr>
        <p:txBody>
          <a:bodyPr spcFirstLastPara="1" wrap="square" lIns="91425" tIns="0" rIns="91425" bIns="45700" anchor="t" anchorCtr="0">
            <a:normAutofit/>
          </a:bodyPr>
          <a:lstStyle>
            <a:lvl1pPr marL="457200" lvl="0" indent="-361315" algn="l">
              <a:spcBef>
                <a:spcPts val="440"/>
              </a:spcBef>
              <a:spcAft>
                <a:spcPts val="0"/>
              </a:spcAft>
              <a:buSzPts val="2090"/>
              <a:buChar char="⚫"/>
              <a:defRPr sz="2200"/>
            </a:lvl1pPr>
            <a:lvl2pPr marL="914400" lvl="1" indent="-336550" algn="l">
              <a:spcBef>
                <a:spcPts val="400"/>
              </a:spcBef>
              <a:spcAft>
                <a:spcPts val="0"/>
              </a:spcAft>
              <a:buSzPts val="1700"/>
              <a:buChar char="⚫"/>
              <a:defRPr sz="2000"/>
            </a:lvl2pPr>
            <a:lvl3pPr marL="1371600" lvl="2" indent="-308610" algn="l">
              <a:spcBef>
                <a:spcPts val="360"/>
              </a:spcBef>
              <a:spcAft>
                <a:spcPts val="0"/>
              </a:spcAft>
              <a:buSzPts val="1260"/>
              <a:buChar char="⚫"/>
              <a:defRPr sz="1800"/>
            </a:lvl3pPr>
            <a:lvl4pPr marL="1828800" lvl="3" indent="-294639" algn="l">
              <a:spcBef>
                <a:spcPts val="320"/>
              </a:spcBef>
              <a:spcAft>
                <a:spcPts val="0"/>
              </a:spcAft>
              <a:buSzPts val="1040"/>
              <a:buChar char="⚫"/>
              <a:defRPr sz="1600"/>
            </a:lvl4pPr>
            <a:lvl5pPr marL="2286000" lvl="4" indent="-294639" algn="l">
              <a:spcBef>
                <a:spcPts val="320"/>
              </a:spcBef>
              <a:spcAft>
                <a:spcPts val="0"/>
              </a:spcAft>
              <a:buSzPts val="1040"/>
              <a:buChar char="⚫"/>
              <a:defRPr sz="16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4" name="Google Shape;64;p35"/>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35"/>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5"/>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36"/>
          <p:cNvSpPr txBox="1">
            <a:spLocks noGrp="1"/>
          </p:cNvSpPr>
          <p:nvPr>
            <p:ph type="title"/>
          </p:nvPr>
        </p:nvSpPr>
        <p:spPr>
          <a:xfrm>
            <a:off x="457200" y="704088"/>
            <a:ext cx="83058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5000"/>
              <a:buFont typeface="Calibri"/>
              <a:buNone/>
              <a:defRPr sz="5000" b="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36"/>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6"/>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6"/>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2"/>
        <p:cNvGrpSpPr/>
        <p:nvPr/>
      </p:nvGrpSpPr>
      <p:grpSpPr>
        <a:xfrm>
          <a:off x="0" y="0"/>
          <a:ext cx="0" cy="0"/>
          <a:chOff x="0" y="0"/>
          <a:chExt cx="0" cy="0"/>
        </a:xfrm>
      </p:grpSpPr>
      <p:sp>
        <p:nvSpPr>
          <p:cNvPr id="73" name="Google Shape;73;p37"/>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37"/>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37"/>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38"/>
          <p:cNvSpPr txBox="1">
            <a:spLocks noGrp="1"/>
          </p:cNvSpPr>
          <p:nvPr>
            <p:ph type="title"/>
          </p:nvPr>
        </p:nvSpPr>
        <p:spPr>
          <a:xfrm>
            <a:off x="685800" y="514352"/>
            <a:ext cx="2743200" cy="1162050"/>
          </a:xfrm>
          <a:prstGeom prst="rect">
            <a:avLst/>
          </a:prstGeom>
          <a:noFill/>
          <a:ln>
            <a:noFill/>
          </a:ln>
        </p:spPr>
        <p:txBody>
          <a:bodyPr spcFirstLastPara="1" wrap="square" lIns="0" tIns="45700" rIns="0" bIns="0" anchor="b" anchorCtr="0">
            <a:noAutofit/>
          </a:bodyPr>
          <a:lstStyle>
            <a:lvl1pPr lvl="0" algn="l">
              <a:spcBef>
                <a:spcPts val="0"/>
              </a:spcBef>
              <a:spcAft>
                <a:spcPts val="0"/>
              </a:spcAft>
              <a:buClr>
                <a:schemeClr val="dk2"/>
              </a:buClr>
              <a:buSzPts val="2600"/>
              <a:buFont typeface="Calibri"/>
              <a:buNone/>
              <a:defRPr sz="2600" b="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38"/>
          <p:cNvSpPr txBox="1">
            <a:spLocks noGrp="1"/>
          </p:cNvSpPr>
          <p:nvPr>
            <p:ph type="body" idx="1"/>
          </p:nvPr>
        </p:nvSpPr>
        <p:spPr>
          <a:xfrm>
            <a:off x="685800" y="1676400"/>
            <a:ext cx="2743200" cy="4572000"/>
          </a:xfrm>
          <a:prstGeom prst="rect">
            <a:avLst/>
          </a:prstGeom>
          <a:noFill/>
          <a:ln>
            <a:noFill/>
          </a:ln>
        </p:spPr>
        <p:txBody>
          <a:bodyPr spcFirstLastPara="1" wrap="square" lIns="18275" tIns="45700" rIns="18275" bIns="45700" anchor="t" anchorCtr="0">
            <a:normAutofit/>
          </a:bodyPr>
          <a:lstStyle>
            <a:lvl1pPr marL="457200" lvl="0" indent="-228600" algn="l">
              <a:spcBef>
                <a:spcPts val="280"/>
              </a:spcBef>
              <a:spcAft>
                <a:spcPts val="0"/>
              </a:spcAft>
              <a:buSzPts val="1330"/>
              <a:buNone/>
              <a:defRPr sz="1400"/>
            </a:lvl1pPr>
            <a:lvl2pPr marL="914400" lvl="1" indent="-228600" algn="l">
              <a:spcBef>
                <a:spcPts val="240"/>
              </a:spcBef>
              <a:spcAft>
                <a:spcPts val="0"/>
              </a:spcAft>
              <a:buSzPts val="1020"/>
              <a:buNone/>
              <a:defRPr sz="1200"/>
            </a:lvl2pPr>
            <a:lvl3pPr marL="1371600" lvl="2" indent="-228600" algn="l">
              <a:spcBef>
                <a:spcPts val="200"/>
              </a:spcBef>
              <a:spcAft>
                <a:spcPts val="0"/>
              </a:spcAft>
              <a:buSzPts val="700"/>
              <a:buNone/>
              <a:defRPr sz="1000"/>
            </a:lvl3pPr>
            <a:lvl4pPr marL="1828800" lvl="3" indent="-228600" algn="l">
              <a:spcBef>
                <a:spcPts val="180"/>
              </a:spcBef>
              <a:spcAft>
                <a:spcPts val="0"/>
              </a:spcAft>
              <a:buSzPts val="585"/>
              <a:buNone/>
              <a:defRPr sz="900"/>
            </a:lvl4pPr>
            <a:lvl5pPr marL="2286000" lvl="4" indent="-228600" algn="l">
              <a:spcBef>
                <a:spcPts val="180"/>
              </a:spcBef>
              <a:spcAft>
                <a:spcPts val="0"/>
              </a:spcAft>
              <a:buSzPts val="585"/>
              <a:buNone/>
              <a:defRPr sz="9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79" name="Google Shape;79;p38"/>
          <p:cNvSpPr txBox="1">
            <a:spLocks noGrp="1"/>
          </p:cNvSpPr>
          <p:nvPr>
            <p:ph type="body" idx="2"/>
          </p:nvPr>
        </p:nvSpPr>
        <p:spPr>
          <a:xfrm>
            <a:off x="3575050" y="1676400"/>
            <a:ext cx="5111750" cy="4572000"/>
          </a:xfrm>
          <a:prstGeom prst="rect">
            <a:avLst/>
          </a:prstGeom>
          <a:noFill/>
          <a:ln>
            <a:noFill/>
          </a:ln>
        </p:spPr>
        <p:txBody>
          <a:bodyPr spcFirstLastPara="1" wrap="square" lIns="91425" tIns="0" rIns="91425" bIns="45700" anchor="t" anchorCtr="0">
            <a:normAutofit/>
          </a:bodyPr>
          <a:lstStyle>
            <a:lvl1pPr marL="457200" lvl="0" indent="-397510" algn="l">
              <a:spcBef>
                <a:spcPts val="560"/>
              </a:spcBef>
              <a:spcAft>
                <a:spcPts val="0"/>
              </a:spcAft>
              <a:buSzPts val="2660"/>
              <a:buChar char="⚫"/>
              <a:defRPr sz="2800"/>
            </a:lvl1pPr>
            <a:lvl2pPr marL="914400" lvl="1" indent="-368935" algn="l">
              <a:spcBef>
                <a:spcPts val="520"/>
              </a:spcBef>
              <a:spcAft>
                <a:spcPts val="0"/>
              </a:spcAft>
              <a:buSzPts val="2210"/>
              <a:buChar char="⚫"/>
              <a:defRPr sz="2600"/>
            </a:lvl2pPr>
            <a:lvl3pPr marL="1371600" lvl="2" indent="-335280" algn="l">
              <a:spcBef>
                <a:spcPts val="480"/>
              </a:spcBef>
              <a:spcAft>
                <a:spcPts val="0"/>
              </a:spcAft>
              <a:buSzPts val="1680"/>
              <a:buChar char="⚫"/>
              <a:defRPr sz="2400"/>
            </a:lvl3pPr>
            <a:lvl4pPr marL="1828800" lvl="3" indent="-311150" algn="l">
              <a:spcBef>
                <a:spcPts val="400"/>
              </a:spcBef>
              <a:spcAft>
                <a:spcPts val="0"/>
              </a:spcAft>
              <a:buSzPts val="1300"/>
              <a:buChar char="⚫"/>
              <a:defRPr sz="2000"/>
            </a:lvl4pPr>
            <a:lvl5pPr marL="2286000" lvl="4" indent="-302895" algn="l">
              <a:spcBef>
                <a:spcPts val="360"/>
              </a:spcBef>
              <a:spcAft>
                <a:spcPts val="0"/>
              </a:spcAft>
              <a:buSzPts val="1170"/>
              <a:buChar char="⚫"/>
              <a:defRPr sz="18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80" name="Google Shape;80;p38"/>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38"/>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8"/>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83"/>
        <p:cNvGrpSpPr/>
        <p:nvPr/>
      </p:nvGrpSpPr>
      <p:grpSpPr>
        <a:xfrm>
          <a:off x="0" y="0"/>
          <a:ext cx="0" cy="0"/>
          <a:chOff x="0" y="0"/>
          <a:chExt cx="0" cy="0"/>
        </a:xfrm>
      </p:grpSpPr>
      <p:sp>
        <p:nvSpPr>
          <p:cNvPr id="84" name="Google Shape;84;p39"/>
          <p:cNvSpPr/>
          <p:nvPr/>
        </p:nvSpPr>
        <p:spPr>
          <a:xfrm rot="-10380000" flipH="1">
            <a:off x="3165753" y="1108077"/>
            <a:ext cx="5257800" cy="4114800"/>
          </a:xfrm>
          <a:prstGeom prst="snipRoundRect">
            <a:avLst>
              <a:gd name="adj1" fmla="val 0"/>
              <a:gd name="adj2" fmla="val 3646"/>
            </a:avLst>
          </a:prstGeom>
          <a:solidFill>
            <a:srgbClr val="FFFFFF"/>
          </a:solidFill>
          <a:ln w="9525" cap="rnd" cmpd="sng">
            <a:solidFill>
              <a:srgbClr val="C0C0C0"/>
            </a:solidFill>
            <a:prstDash val="solid"/>
            <a:round/>
            <a:headEnd type="none" w="sm" len="sm"/>
            <a:tailEnd type="none" w="sm" len="sm"/>
          </a:ln>
          <a:effectLst>
            <a:outerShdw blurRad="63500" dist="38500" dir="7500000" sx="98500" sy="100080" kx="100000" algn="tl"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onstantia"/>
              <a:ea typeface="Constantia"/>
              <a:cs typeface="Constantia"/>
              <a:sym typeface="Constantia"/>
            </a:endParaRPr>
          </a:p>
        </p:txBody>
      </p:sp>
      <p:sp>
        <p:nvSpPr>
          <p:cNvPr id="85" name="Google Shape;85;p39"/>
          <p:cNvSpPr/>
          <p:nvPr/>
        </p:nvSpPr>
        <p:spPr>
          <a:xfrm rot="-10380000" flipH="1">
            <a:off x="8004134" y="5359769"/>
            <a:ext cx="155448" cy="155448"/>
          </a:xfrm>
          <a:prstGeom prst="rtTriangle">
            <a:avLst/>
          </a:prstGeom>
          <a:solidFill>
            <a:srgbClr val="FFFFFF"/>
          </a:solidFill>
          <a:ln w="12700" cap="flat" cmpd="sng">
            <a:solidFill>
              <a:srgbClr val="FFFFFF"/>
            </a:solidFill>
            <a:prstDash val="solid"/>
            <a:bevel/>
            <a:headEnd type="none" w="sm" len="sm"/>
            <a:tailEnd type="none" w="sm" len="sm"/>
          </a:ln>
          <a:effectLst>
            <a:outerShdw blurRad="19685" dist="6350" dir="12900000" algn="tl" rotWithShape="0">
              <a:srgbClr val="000000">
                <a:alpha val="46666"/>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onstantia"/>
              <a:ea typeface="Constantia"/>
              <a:cs typeface="Constantia"/>
              <a:sym typeface="Constantia"/>
            </a:endParaRPr>
          </a:p>
        </p:txBody>
      </p:sp>
      <p:sp>
        <p:nvSpPr>
          <p:cNvPr id="86" name="Google Shape;86;p39"/>
          <p:cNvSpPr txBox="1">
            <a:spLocks noGrp="1"/>
          </p:cNvSpPr>
          <p:nvPr>
            <p:ph type="title"/>
          </p:nvPr>
        </p:nvSpPr>
        <p:spPr>
          <a:xfrm>
            <a:off x="609600" y="1176996"/>
            <a:ext cx="2212848" cy="1582621"/>
          </a:xfrm>
          <a:prstGeom prst="rect">
            <a:avLst/>
          </a:prstGeom>
          <a:noFill/>
          <a:ln>
            <a:noFill/>
          </a:ln>
        </p:spPr>
        <p:txBody>
          <a:bodyPr spcFirstLastPara="1" wrap="square" lIns="45700" tIns="45700" rIns="45700" bIns="45700" anchor="b" anchorCtr="0">
            <a:normAutofit/>
          </a:bodyPr>
          <a:lstStyle>
            <a:lvl1pPr lvl="0" algn="l">
              <a:spcBef>
                <a:spcPts val="0"/>
              </a:spcBef>
              <a:spcAft>
                <a:spcPts val="0"/>
              </a:spcAft>
              <a:buClr>
                <a:schemeClr val="dk2"/>
              </a:buClr>
              <a:buSzPts val="2000"/>
              <a:buFont typeface="Calibri"/>
              <a:buNone/>
              <a:defRPr sz="2000" b="1">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39"/>
          <p:cNvSpPr txBox="1">
            <a:spLocks noGrp="1"/>
          </p:cNvSpPr>
          <p:nvPr>
            <p:ph type="body" idx="1"/>
          </p:nvPr>
        </p:nvSpPr>
        <p:spPr>
          <a:xfrm>
            <a:off x="609600" y="2828785"/>
            <a:ext cx="2209800" cy="2179320"/>
          </a:xfrm>
          <a:prstGeom prst="rect">
            <a:avLst/>
          </a:prstGeom>
          <a:noFill/>
          <a:ln>
            <a:noFill/>
          </a:ln>
        </p:spPr>
        <p:txBody>
          <a:bodyPr spcFirstLastPara="1" wrap="square" lIns="64000" tIns="45700" rIns="45700" bIns="45700" anchor="t" anchorCtr="0">
            <a:normAutofit/>
          </a:bodyPr>
          <a:lstStyle>
            <a:lvl1pPr marL="457200" lvl="0" indent="-228600" algn="l">
              <a:spcBef>
                <a:spcPts val="250"/>
              </a:spcBef>
              <a:spcAft>
                <a:spcPts val="0"/>
              </a:spcAft>
              <a:buSzPts val="1235"/>
              <a:buFont typeface="Constantia"/>
              <a:buNone/>
              <a:defRPr sz="1300"/>
            </a:lvl1pPr>
            <a:lvl2pPr marL="914400" lvl="1" indent="-293369" algn="l">
              <a:spcBef>
                <a:spcPts val="240"/>
              </a:spcBef>
              <a:spcAft>
                <a:spcPts val="0"/>
              </a:spcAft>
              <a:buSzPts val="1020"/>
              <a:buChar char="⚫"/>
              <a:defRPr sz="1200"/>
            </a:lvl2pPr>
            <a:lvl3pPr marL="1371600" lvl="2" indent="-273050" algn="l">
              <a:spcBef>
                <a:spcPts val="200"/>
              </a:spcBef>
              <a:spcAft>
                <a:spcPts val="0"/>
              </a:spcAft>
              <a:buSzPts val="700"/>
              <a:buChar char="⚫"/>
              <a:defRPr sz="1000"/>
            </a:lvl3pPr>
            <a:lvl4pPr marL="1828800" lvl="3" indent="-265747" algn="l">
              <a:spcBef>
                <a:spcPts val="180"/>
              </a:spcBef>
              <a:spcAft>
                <a:spcPts val="0"/>
              </a:spcAft>
              <a:buSzPts val="585"/>
              <a:buChar char="⚫"/>
              <a:defRPr sz="900"/>
            </a:lvl4pPr>
            <a:lvl5pPr marL="2286000" lvl="4" indent="-265747" algn="l">
              <a:spcBef>
                <a:spcPts val="180"/>
              </a:spcBef>
              <a:spcAft>
                <a:spcPts val="0"/>
              </a:spcAft>
              <a:buSzPts val="585"/>
              <a:buChar char="⚫"/>
              <a:defRPr sz="9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88" name="Google Shape;88;p39"/>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39"/>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39"/>
          <p:cNvSpPr txBox="1">
            <a:spLocks noGrp="1"/>
          </p:cNvSpPr>
          <p:nvPr>
            <p:ph type="sldNum" idx="12"/>
          </p:nvPr>
        </p:nvSpPr>
        <p:spPr>
          <a:xfrm>
            <a:off x="8077200" y="6356350"/>
            <a:ext cx="6096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1" name="Google Shape;91;p39"/>
          <p:cNvSpPr>
            <a:spLocks noGrp="1"/>
          </p:cNvSpPr>
          <p:nvPr>
            <p:ph type="pic" idx="2"/>
          </p:nvPr>
        </p:nvSpPr>
        <p:spPr>
          <a:xfrm rot="420000">
            <a:off x="3485793" y="1199517"/>
            <a:ext cx="4617720" cy="3931920"/>
          </a:xfrm>
          <a:prstGeom prst="rect">
            <a:avLst/>
          </a:prstGeom>
          <a:solidFill>
            <a:schemeClr val="lt2"/>
          </a:solidFill>
          <a:ln w="9525" cap="rnd" cmpd="sng">
            <a:solidFill>
              <a:srgbClr val="C0C0C0"/>
            </a:solidFill>
            <a:prstDash val="solid"/>
            <a:round/>
            <a:headEnd type="none" w="sm" len="sm"/>
            <a:tailEnd type="none" w="sm" len="sm"/>
          </a:ln>
        </p:spPr>
      </p:sp>
      <p:sp>
        <p:nvSpPr>
          <p:cNvPr id="92" name="Google Shape;92;p39"/>
          <p:cNvSpPr/>
          <p:nvPr/>
        </p:nvSpPr>
        <p:spPr>
          <a:xfrm rot="10800000" flipH="1">
            <a:off x="-9525" y="5816600"/>
            <a:ext cx="9163050" cy="1041400"/>
          </a:xfrm>
          <a:custGeom>
            <a:avLst/>
            <a:gdLst/>
            <a:ahLst/>
            <a:cxnLst/>
            <a:rect l="l" t="t" r="r" b="b"/>
            <a:pathLst>
              <a:path w="5772" h="656" extrusionOk="0">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
        <p:nvSpPr>
          <p:cNvPr id="93" name="Google Shape;93;p39"/>
          <p:cNvSpPr/>
          <p:nvPr/>
        </p:nvSpPr>
        <p:spPr>
          <a:xfrm rot="10800000" flipH="1">
            <a:off x="4381500" y="6219825"/>
            <a:ext cx="4762500" cy="638175"/>
          </a:xfrm>
          <a:custGeom>
            <a:avLst/>
            <a:gdLst/>
            <a:ahLst/>
            <a:cxnLst/>
            <a:rect l="l" t="t" r="r" b="b"/>
            <a:pathLst>
              <a:path w="3000" h="595" extrusionOk="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4"/>
        <p:cNvGrpSpPr/>
        <p:nvPr/>
      </p:nvGrpSpPr>
      <p:grpSpPr>
        <a:xfrm>
          <a:off x="0" y="0"/>
          <a:ext cx="0" cy="0"/>
          <a:chOff x="0" y="0"/>
          <a:chExt cx="0" cy="0"/>
        </a:xfrm>
      </p:grpSpPr>
      <p:sp>
        <p:nvSpPr>
          <p:cNvPr id="95" name="Google Shape;95;p40"/>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40"/>
          <p:cNvSpPr txBox="1">
            <a:spLocks noGrp="1"/>
          </p:cNvSpPr>
          <p:nvPr>
            <p:ph type="body" idx="1"/>
          </p:nvPr>
        </p:nvSpPr>
        <p:spPr>
          <a:xfrm rot="5400000">
            <a:off x="2377440" y="15240"/>
            <a:ext cx="4389120" cy="8229600"/>
          </a:xfrm>
          <a:prstGeom prst="rect">
            <a:avLst/>
          </a:prstGeom>
          <a:noFill/>
          <a:ln>
            <a:noFill/>
          </a:ln>
        </p:spPr>
        <p:txBody>
          <a:bodyPr spcFirstLastPara="1" wrap="square" lIns="91425" tIns="45700" rIns="91425" bIns="45700" anchor="t" anchorCtr="0">
            <a:normAutofit/>
          </a:bodyPr>
          <a:lstStyle>
            <a:lvl1pPr marL="457200" lvl="0" indent="-337185" algn="l">
              <a:spcBef>
                <a:spcPts val="360"/>
              </a:spcBef>
              <a:spcAft>
                <a:spcPts val="0"/>
              </a:spcAft>
              <a:buSzPts val="1710"/>
              <a:buChar char="⚫"/>
              <a:defRPr/>
            </a:lvl1pPr>
            <a:lvl2pPr marL="914400" lvl="1" indent="-325755" algn="l">
              <a:spcBef>
                <a:spcPts val="360"/>
              </a:spcBef>
              <a:spcAft>
                <a:spcPts val="0"/>
              </a:spcAft>
              <a:buSzPts val="1530"/>
              <a:buChar char="⚫"/>
              <a:defRPr/>
            </a:lvl2pPr>
            <a:lvl3pPr marL="1371600" lvl="2" indent="-308610" algn="l">
              <a:spcBef>
                <a:spcPts val="360"/>
              </a:spcBef>
              <a:spcAft>
                <a:spcPts val="0"/>
              </a:spcAft>
              <a:buSzPts val="1260"/>
              <a:buChar char="⚫"/>
              <a:defRPr/>
            </a:lvl3pPr>
            <a:lvl4pPr marL="1828800" lvl="3" indent="-302894" algn="l">
              <a:spcBef>
                <a:spcPts val="360"/>
              </a:spcBef>
              <a:spcAft>
                <a:spcPts val="0"/>
              </a:spcAft>
              <a:buSzPts val="1170"/>
              <a:buChar char="⚫"/>
              <a:defRPr/>
            </a:lvl4pPr>
            <a:lvl5pPr marL="2286000" lvl="4" indent="-302895" algn="l">
              <a:spcBef>
                <a:spcPts val="360"/>
              </a:spcBef>
              <a:spcAft>
                <a:spcPts val="0"/>
              </a:spcAft>
              <a:buSzPts val="1170"/>
              <a:buChar char="⚫"/>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97" name="Google Shape;97;p40"/>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40"/>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40"/>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0"/>
        <p:cNvGrpSpPr/>
        <p:nvPr/>
      </p:nvGrpSpPr>
      <p:grpSpPr>
        <a:xfrm>
          <a:off x="0" y="0"/>
          <a:ext cx="0" cy="0"/>
          <a:chOff x="0" y="0"/>
          <a:chExt cx="0" cy="0"/>
        </a:xfrm>
      </p:grpSpPr>
      <p:sp>
        <p:nvSpPr>
          <p:cNvPr id="101" name="Google Shape;101;p41"/>
          <p:cNvSpPr txBox="1">
            <a:spLocks noGrp="1"/>
          </p:cNvSpPr>
          <p:nvPr>
            <p:ph type="title"/>
          </p:nvPr>
        </p:nvSpPr>
        <p:spPr>
          <a:xfrm rot="5400000">
            <a:off x="5052219" y="2491582"/>
            <a:ext cx="5211763" cy="20574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41"/>
          <p:cNvSpPr txBox="1">
            <a:spLocks noGrp="1"/>
          </p:cNvSpPr>
          <p:nvPr>
            <p:ph type="body" idx="1"/>
          </p:nvPr>
        </p:nvSpPr>
        <p:spPr>
          <a:xfrm rot="5400000">
            <a:off x="861219" y="510382"/>
            <a:ext cx="5211763" cy="6019800"/>
          </a:xfrm>
          <a:prstGeom prst="rect">
            <a:avLst/>
          </a:prstGeom>
          <a:noFill/>
          <a:ln>
            <a:noFill/>
          </a:ln>
        </p:spPr>
        <p:txBody>
          <a:bodyPr spcFirstLastPara="1" wrap="square" lIns="91425" tIns="45700" rIns="91425" bIns="45700" anchor="t" anchorCtr="0">
            <a:normAutofit/>
          </a:bodyPr>
          <a:lstStyle>
            <a:lvl1pPr marL="457200" lvl="0" indent="-337185" algn="l">
              <a:spcBef>
                <a:spcPts val="360"/>
              </a:spcBef>
              <a:spcAft>
                <a:spcPts val="0"/>
              </a:spcAft>
              <a:buSzPts val="1710"/>
              <a:buChar char="⚫"/>
              <a:defRPr/>
            </a:lvl1pPr>
            <a:lvl2pPr marL="914400" lvl="1" indent="-325755" algn="l">
              <a:spcBef>
                <a:spcPts val="360"/>
              </a:spcBef>
              <a:spcAft>
                <a:spcPts val="0"/>
              </a:spcAft>
              <a:buSzPts val="1530"/>
              <a:buChar char="⚫"/>
              <a:defRPr/>
            </a:lvl2pPr>
            <a:lvl3pPr marL="1371600" lvl="2" indent="-308610" algn="l">
              <a:spcBef>
                <a:spcPts val="360"/>
              </a:spcBef>
              <a:spcAft>
                <a:spcPts val="0"/>
              </a:spcAft>
              <a:buSzPts val="1260"/>
              <a:buChar char="⚫"/>
              <a:defRPr/>
            </a:lvl3pPr>
            <a:lvl4pPr marL="1828800" lvl="3" indent="-302894" algn="l">
              <a:spcBef>
                <a:spcPts val="360"/>
              </a:spcBef>
              <a:spcAft>
                <a:spcPts val="0"/>
              </a:spcAft>
              <a:buSzPts val="1170"/>
              <a:buChar char="⚫"/>
              <a:defRPr/>
            </a:lvl4pPr>
            <a:lvl5pPr marL="2286000" lvl="4" indent="-302895" algn="l">
              <a:spcBef>
                <a:spcPts val="360"/>
              </a:spcBef>
              <a:spcAft>
                <a:spcPts val="0"/>
              </a:spcAft>
              <a:buSzPts val="1170"/>
              <a:buChar char="⚫"/>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03" name="Google Shape;103;p41"/>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41"/>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41"/>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2.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3">
            <a:alphaModFix/>
          </a:blip>
          <a:tile tx="0" ty="0" sx="65000" sy="65000" flip="none" algn="tl"/>
        </a:blipFill>
        <a:effectLst/>
      </p:bgPr>
    </p:bg>
    <p:spTree>
      <p:nvGrpSpPr>
        <p:cNvPr id="1" name="Shape 5"/>
        <p:cNvGrpSpPr/>
        <p:nvPr/>
      </p:nvGrpSpPr>
      <p:grpSpPr>
        <a:xfrm>
          <a:off x="0" y="0"/>
          <a:ext cx="0" cy="0"/>
          <a:chOff x="0" y="0"/>
          <a:chExt cx="0" cy="0"/>
        </a:xfrm>
      </p:grpSpPr>
      <p:sp>
        <p:nvSpPr>
          <p:cNvPr id="6" name="Google Shape;6;p29"/>
          <p:cNvSpPr/>
          <p:nvPr/>
        </p:nvSpPr>
        <p:spPr>
          <a:xfrm>
            <a:off x="-9525" y="-7144"/>
            <a:ext cx="9163050" cy="1041400"/>
          </a:xfrm>
          <a:custGeom>
            <a:avLst/>
            <a:gdLst/>
            <a:ahLst/>
            <a:cxnLst/>
            <a:rect l="l" t="t" r="r" b="b"/>
            <a:pathLst>
              <a:path w="5772" h="656" extrusionOk="0">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onstantia"/>
              <a:ea typeface="Constantia"/>
              <a:cs typeface="Constantia"/>
              <a:sym typeface="Constantia"/>
            </a:endParaRPr>
          </a:p>
        </p:txBody>
      </p:sp>
      <p:sp>
        <p:nvSpPr>
          <p:cNvPr id="7" name="Google Shape;7;p29"/>
          <p:cNvSpPr/>
          <p:nvPr/>
        </p:nvSpPr>
        <p:spPr>
          <a:xfrm>
            <a:off x="4381500" y="-7144"/>
            <a:ext cx="4762500" cy="638175"/>
          </a:xfrm>
          <a:custGeom>
            <a:avLst/>
            <a:gdLst/>
            <a:ahLst/>
            <a:cxnLst/>
            <a:rect l="l" t="t" r="r" b="b"/>
            <a:pathLst>
              <a:path w="3000" h="595" extrusionOk="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onstantia"/>
              <a:ea typeface="Constantia"/>
              <a:cs typeface="Constantia"/>
              <a:sym typeface="Constantia"/>
            </a:endParaRPr>
          </a:p>
        </p:txBody>
      </p:sp>
      <p:sp>
        <p:nvSpPr>
          <p:cNvPr id="8" name="Google Shape;8;p29"/>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marR="0" lvl="0" algn="l" rtl="0">
              <a:spcBef>
                <a:spcPts val="0"/>
              </a:spcBef>
              <a:spcAft>
                <a:spcPts val="0"/>
              </a:spcAft>
              <a:buClr>
                <a:schemeClr val="lt2"/>
              </a:buClr>
              <a:buSzPts val="5000"/>
              <a:buFont typeface="Calibri"/>
              <a:buNone/>
              <a:defRPr sz="5000" b="0" i="0" u="none" strike="noStrike" cap="none">
                <a:solidFill>
                  <a:schemeClr val="lt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29"/>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lvl1pPr marL="457200" marR="0" lvl="0" indent="-385445" algn="l" rtl="0">
              <a:spcBef>
                <a:spcPts val="520"/>
              </a:spcBef>
              <a:spcAft>
                <a:spcPts val="0"/>
              </a:spcAft>
              <a:buClr>
                <a:schemeClr val="accent3"/>
              </a:buClr>
              <a:buSzPts val="2470"/>
              <a:buFont typeface="Noto Sans Symbols"/>
              <a:buChar char="⚫"/>
              <a:defRPr sz="2600" b="0" i="0" u="none" strike="noStrike" cap="none">
                <a:solidFill>
                  <a:schemeClr val="lt1"/>
                </a:solidFill>
                <a:latin typeface="Constantia"/>
                <a:ea typeface="Constantia"/>
                <a:cs typeface="Constantia"/>
                <a:sym typeface="Constantia"/>
              </a:defRPr>
            </a:lvl1pPr>
            <a:lvl2pPr marL="914400" marR="0" lvl="1" indent="-358140" algn="l" rtl="0">
              <a:spcBef>
                <a:spcPts val="480"/>
              </a:spcBef>
              <a:spcAft>
                <a:spcPts val="0"/>
              </a:spcAft>
              <a:buClr>
                <a:schemeClr val="accent1"/>
              </a:buClr>
              <a:buSzPts val="2040"/>
              <a:buFont typeface="Noto Sans Symbols"/>
              <a:buChar char="⚫"/>
              <a:defRPr sz="2400" b="0" i="0" u="none" strike="noStrike" cap="none">
                <a:solidFill>
                  <a:schemeClr val="lt1"/>
                </a:solidFill>
                <a:latin typeface="Constantia"/>
                <a:ea typeface="Constantia"/>
                <a:cs typeface="Constantia"/>
                <a:sym typeface="Constantia"/>
              </a:defRPr>
            </a:lvl2pPr>
            <a:lvl3pPr marL="1371600" marR="0" lvl="2" indent="-321944" algn="l" rtl="0">
              <a:spcBef>
                <a:spcPts val="420"/>
              </a:spcBef>
              <a:spcAft>
                <a:spcPts val="0"/>
              </a:spcAft>
              <a:buClr>
                <a:schemeClr val="accent2"/>
              </a:buClr>
              <a:buSzPts val="1470"/>
              <a:buFont typeface="Noto Sans Symbols"/>
              <a:buChar char="⚫"/>
              <a:defRPr sz="2100" b="0" i="0" u="none" strike="noStrike" cap="none">
                <a:solidFill>
                  <a:schemeClr val="lt1"/>
                </a:solidFill>
                <a:latin typeface="Constantia"/>
                <a:ea typeface="Constantia"/>
                <a:cs typeface="Constantia"/>
                <a:sym typeface="Constantia"/>
              </a:defRPr>
            </a:lvl3pPr>
            <a:lvl4pPr marL="1828800" marR="0" lvl="3" indent="-311150" algn="l" rtl="0">
              <a:spcBef>
                <a:spcPts val="400"/>
              </a:spcBef>
              <a:spcAft>
                <a:spcPts val="0"/>
              </a:spcAft>
              <a:buClr>
                <a:schemeClr val="accent3"/>
              </a:buClr>
              <a:buSzPts val="1300"/>
              <a:buFont typeface="Noto Sans Symbols"/>
              <a:buChar char="⚫"/>
              <a:defRPr sz="2000" b="0" i="0" u="none" strike="noStrike" cap="none">
                <a:solidFill>
                  <a:schemeClr val="lt1"/>
                </a:solidFill>
                <a:latin typeface="Constantia"/>
                <a:ea typeface="Constantia"/>
                <a:cs typeface="Constantia"/>
                <a:sym typeface="Constantia"/>
              </a:defRPr>
            </a:lvl4pPr>
            <a:lvl5pPr marL="2286000" marR="0" lvl="4" indent="-311150" algn="l" rtl="0">
              <a:spcBef>
                <a:spcPts val="400"/>
              </a:spcBef>
              <a:spcAft>
                <a:spcPts val="0"/>
              </a:spcAft>
              <a:buClr>
                <a:schemeClr val="accent4"/>
              </a:buClr>
              <a:buSzPts val="1300"/>
              <a:buFont typeface="Noto Sans Symbols"/>
              <a:buChar char="⚫"/>
              <a:defRPr sz="2000" b="0" i="0" u="none" strike="noStrike" cap="none">
                <a:solidFill>
                  <a:schemeClr val="lt1"/>
                </a:solidFill>
                <a:latin typeface="Constantia"/>
                <a:ea typeface="Constantia"/>
                <a:cs typeface="Constantia"/>
                <a:sym typeface="Constantia"/>
              </a:defRPr>
            </a:lvl5pPr>
            <a:lvl6pPr marL="2743200" marR="0" lvl="5" indent="-320039" algn="l" rtl="0">
              <a:spcBef>
                <a:spcPts val="360"/>
              </a:spcBef>
              <a:spcAft>
                <a:spcPts val="0"/>
              </a:spcAft>
              <a:buClr>
                <a:schemeClr val="accent5"/>
              </a:buClr>
              <a:buSzPts val="1440"/>
              <a:buFont typeface="Noto Sans Symbols"/>
              <a:buChar char="⚫"/>
              <a:defRPr sz="1800" b="0" i="0" u="none" strike="noStrike" cap="none">
                <a:solidFill>
                  <a:schemeClr val="lt1"/>
                </a:solidFill>
                <a:latin typeface="Constantia"/>
                <a:ea typeface="Constantia"/>
                <a:cs typeface="Constantia"/>
                <a:sym typeface="Constantia"/>
              </a:defRPr>
            </a:lvl6pPr>
            <a:lvl7pPr marL="3200400" marR="0" lvl="6" indent="-309879" algn="l" rtl="0">
              <a:spcBef>
                <a:spcPts val="320"/>
              </a:spcBef>
              <a:spcAft>
                <a:spcPts val="0"/>
              </a:spcAft>
              <a:buClr>
                <a:schemeClr val="accent6"/>
              </a:buClr>
              <a:buSzPts val="1280"/>
              <a:buFont typeface="Noto Sans Symbols"/>
              <a:buChar char="⚫"/>
              <a:defRPr sz="1600" b="0" i="0" u="none" strike="noStrike" cap="none">
                <a:solidFill>
                  <a:schemeClr val="lt1"/>
                </a:solidFill>
                <a:latin typeface="Constantia"/>
                <a:ea typeface="Constantia"/>
                <a:cs typeface="Constantia"/>
                <a:sym typeface="Constantia"/>
              </a:defRPr>
            </a:lvl7pPr>
            <a:lvl8pPr marL="3657600" marR="0" lvl="7" indent="-330200" algn="l" rtl="0">
              <a:spcBef>
                <a:spcPts val="320"/>
              </a:spcBef>
              <a:spcAft>
                <a:spcPts val="0"/>
              </a:spcAft>
              <a:buClr>
                <a:schemeClr val="lt2"/>
              </a:buClr>
              <a:buSzPts val="1600"/>
              <a:buFont typeface="Constantia"/>
              <a:buChar char="•"/>
              <a:defRPr sz="1600" b="0" i="0" u="none" strike="noStrike" cap="none">
                <a:solidFill>
                  <a:schemeClr val="lt1"/>
                </a:solidFill>
                <a:latin typeface="Constantia"/>
                <a:ea typeface="Constantia"/>
                <a:cs typeface="Constantia"/>
                <a:sym typeface="Constantia"/>
              </a:defRPr>
            </a:lvl8pPr>
            <a:lvl9pPr marL="4114800" marR="0" lvl="8" indent="-317500" algn="l" rtl="0">
              <a:spcBef>
                <a:spcPts val="280"/>
              </a:spcBef>
              <a:spcAft>
                <a:spcPts val="0"/>
              </a:spcAft>
              <a:buClr>
                <a:schemeClr val="lt2"/>
              </a:buClr>
              <a:buSzPts val="1400"/>
              <a:buFont typeface="Constantia"/>
              <a:buChar char="•"/>
              <a:defRPr sz="1400" b="0" i="0" u="none" strike="noStrike" cap="none">
                <a:solidFill>
                  <a:schemeClr val="lt1"/>
                </a:solidFill>
                <a:latin typeface="Constantia"/>
                <a:ea typeface="Constantia"/>
                <a:cs typeface="Constantia"/>
                <a:sym typeface="Constantia"/>
              </a:defRPr>
            </a:lvl9pPr>
          </a:lstStyle>
          <a:p>
            <a:endParaRPr/>
          </a:p>
        </p:txBody>
      </p:sp>
      <p:sp>
        <p:nvSpPr>
          <p:cNvPr id="10" name="Google Shape;10;p29"/>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200" b="0" i="0" u="none" strike="noStrike" cap="none">
                <a:solidFill>
                  <a:srgbClr val="D0E9ED"/>
                </a:solidFill>
                <a:latin typeface="Constantia"/>
                <a:ea typeface="Constantia"/>
                <a:cs typeface="Constantia"/>
                <a:sym typeface="Constantia"/>
              </a:defRPr>
            </a:lvl1pPr>
            <a:lvl2pPr marR="0" lvl="1"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2pPr>
            <a:lvl3pPr marR="0" lvl="2"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3pPr>
            <a:lvl4pPr marR="0" lvl="3"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4pPr>
            <a:lvl5pPr marR="0" lvl="4"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5pPr>
            <a:lvl6pPr marR="0" lvl="5"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6pPr>
            <a:lvl7pPr marR="0" lvl="6"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7pPr>
            <a:lvl8pPr marR="0" lvl="7"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8pPr>
            <a:lvl9pPr marR="0" lvl="8"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9pPr>
          </a:lstStyle>
          <a:p>
            <a:endParaRPr/>
          </a:p>
        </p:txBody>
      </p:sp>
      <p:sp>
        <p:nvSpPr>
          <p:cNvPr id="11" name="Google Shape;11;p29"/>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200" b="0" i="0" u="none" strike="noStrike" cap="none">
                <a:solidFill>
                  <a:srgbClr val="D0E9ED"/>
                </a:solidFill>
                <a:latin typeface="Constantia"/>
                <a:ea typeface="Constantia"/>
                <a:cs typeface="Constantia"/>
                <a:sym typeface="Constantia"/>
              </a:defRPr>
            </a:lvl1pPr>
            <a:lvl2pPr marR="0" lvl="1"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2pPr>
            <a:lvl3pPr marR="0" lvl="2"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3pPr>
            <a:lvl4pPr marR="0" lvl="3"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4pPr>
            <a:lvl5pPr marR="0" lvl="4"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5pPr>
            <a:lvl6pPr marR="0" lvl="5"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6pPr>
            <a:lvl7pPr marR="0" lvl="6"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7pPr>
            <a:lvl8pPr marR="0" lvl="7"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8pPr>
            <a:lvl9pPr marR="0" lvl="8"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9pPr>
          </a:lstStyle>
          <a:p>
            <a:endParaRPr/>
          </a:p>
        </p:txBody>
      </p:sp>
      <p:sp>
        <p:nvSpPr>
          <p:cNvPr id="12" name="Google Shape;12;p29"/>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marR="0" lvl="0" indent="0" algn="r" rtl="0">
              <a:spcBef>
                <a:spcPts val="0"/>
              </a:spcBef>
              <a:buNone/>
              <a:defRPr sz="1200" b="0" i="0" u="none" strike="noStrike" cap="none">
                <a:solidFill>
                  <a:srgbClr val="D0E9ED"/>
                </a:solidFill>
                <a:latin typeface="Constantia"/>
                <a:ea typeface="Constantia"/>
                <a:cs typeface="Constantia"/>
                <a:sym typeface="Constantia"/>
              </a:defRPr>
            </a:lvl1pPr>
            <a:lvl2pPr marL="0" marR="0" lvl="1" indent="0" algn="r" rtl="0">
              <a:spcBef>
                <a:spcPts val="0"/>
              </a:spcBef>
              <a:buNone/>
              <a:defRPr sz="1200" b="0" i="0" u="none" strike="noStrike" cap="none">
                <a:solidFill>
                  <a:srgbClr val="D0E9ED"/>
                </a:solidFill>
                <a:latin typeface="Constantia"/>
                <a:ea typeface="Constantia"/>
                <a:cs typeface="Constantia"/>
                <a:sym typeface="Constantia"/>
              </a:defRPr>
            </a:lvl2pPr>
            <a:lvl3pPr marL="0" marR="0" lvl="2" indent="0" algn="r" rtl="0">
              <a:spcBef>
                <a:spcPts val="0"/>
              </a:spcBef>
              <a:buNone/>
              <a:defRPr sz="1200" b="0" i="0" u="none" strike="noStrike" cap="none">
                <a:solidFill>
                  <a:srgbClr val="D0E9ED"/>
                </a:solidFill>
                <a:latin typeface="Constantia"/>
                <a:ea typeface="Constantia"/>
                <a:cs typeface="Constantia"/>
                <a:sym typeface="Constantia"/>
              </a:defRPr>
            </a:lvl3pPr>
            <a:lvl4pPr marL="0" marR="0" lvl="3" indent="0" algn="r" rtl="0">
              <a:spcBef>
                <a:spcPts val="0"/>
              </a:spcBef>
              <a:buNone/>
              <a:defRPr sz="1200" b="0" i="0" u="none" strike="noStrike" cap="none">
                <a:solidFill>
                  <a:srgbClr val="D0E9ED"/>
                </a:solidFill>
                <a:latin typeface="Constantia"/>
                <a:ea typeface="Constantia"/>
                <a:cs typeface="Constantia"/>
                <a:sym typeface="Constantia"/>
              </a:defRPr>
            </a:lvl4pPr>
            <a:lvl5pPr marL="0" marR="0" lvl="4" indent="0" algn="r" rtl="0">
              <a:spcBef>
                <a:spcPts val="0"/>
              </a:spcBef>
              <a:buNone/>
              <a:defRPr sz="1200" b="0" i="0" u="none" strike="noStrike" cap="none">
                <a:solidFill>
                  <a:srgbClr val="D0E9ED"/>
                </a:solidFill>
                <a:latin typeface="Constantia"/>
                <a:ea typeface="Constantia"/>
                <a:cs typeface="Constantia"/>
                <a:sym typeface="Constantia"/>
              </a:defRPr>
            </a:lvl5pPr>
            <a:lvl6pPr marL="0" marR="0" lvl="5" indent="0" algn="r" rtl="0">
              <a:spcBef>
                <a:spcPts val="0"/>
              </a:spcBef>
              <a:buNone/>
              <a:defRPr sz="1200" b="0" i="0" u="none" strike="noStrike" cap="none">
                <a:solidFill>
                  <a:srgbClr val="D0E9ED"/>
                </a:solidFill>
                <a:latin typeface="Constantia"/>
                <a:ea typeface="Constantia"/>
                <a:cs typeface="Constantia"/>
                <a:sym typeface="Constantia"/>
              </a:defRPr>
            </a:lvl6pPr>
            <a:lvl7pPr marL="0" marR="0" lvl="6" indent="0" algn="r" rtl="0">
              <a:spcBef>
                <a:spcPts val="0"/>
              </a:spcBef>
              <a:buNone/>
              <a:defRPr sz="1200" b="0" i="0" u="none" strike="noStrike" cap="none">
                <a:solidFill>
                  <a:srgbClr val="D0E9ED"/>
                </a:solidFill>
                <a:latin typeface="Constantia"/>
                <a:ea typeface="Constantia"/>
                <a:cs typeface="Constantia"/>
                <a:sym typeface="Constantia"/>
              </a:defRPr>
            </a:lvl7pPr>
            <a:lvl8pPr marL="0" marR="0" lvl="7" indent="0" algn="r" rtl="0">
              <a:spcBef>
                <a:spcPts val="0"/>
              </a:spcBef>
              <a:buNone/>
              <a:defRPr sz="1200" b="0" i="0" u="none" strike="noStrike" cap="none">
                <a:solidFill>
                  <a:srgbClr val="D0E9ED"/>
                </a:solidFill>
                <a:latin typeface="Constantia"/>
                <a:ea typeface="Constantia"/>
                <a:cs typeface="Constantia"/>
                <a:sym typeface="Constantia"/>
              </a:defRPr>
            </a:lvl8pPr>
            <a:lvl9pPr marL="0" marR="0" lvl="8" indent="0" algn="r" rtl="0">
              <a:spcBef>
                <a:spcPts val="0"/>
              </a:spcBef>
              <a:buNone/>
              <a:defRPr sz="1200" b="0" i="0" u="none" strike="noStrike" cap="none">
                <a:solidFill>
                  <a:srgbClr val="D0E9ED"/>
                </a:solidFill>
                <a:latin typeface="Constantia"/>
                <a:ea typeface="Constantia"/>
                <a:cs typeface="Constantia"/>
                <a:sym typeface="Constantia"/>
              </a:defRPr>
            </a:lvl9pPr>
          </a:lstStyle>
          <a:p>
            <a:pPr marL="0" lvl="0" indent="0" algn="r" rtl="0">
              <a:spcBef>
                <a:spcPts val="0"/>
              </a:spcBef>
              <a:spcAft>
                <a:spcPts val="0"/>
              </a:spcAft>
              <a:buNone/>
            </a:pPr>
            <a:fld id="{00000000-1234-1234-1234-123412341234}" type="slidenum">
              <a:rPr lang="en-US"/>
              <a:t>‹#›</a:t>
            </a:fld>
            <a:endParaRPr/>
          </a:p>
        </p:txBody>
      </p:sp>
      <p:grpSp>
        <p:nvGrpSpPr>
          <p:cNvPr id="13" name="Google Shape;13;p29"/>
          <p:cNvGrpSpPr/>
          <p:nvPr/>
        </p:nvGrpSpPr>
        <p:grpSpPr>
          <a:xfrm>
            <a:off x="-29294" y="-16113"/>
            <a:ext cx="9198255" cy="1086266"/>
            <a:chOff x="-29322" y="-1971"/>
            <a:chExt cx="9198255" cy="1086266"/>
          </a:xfrm>
        </p:grpSpPr>
        <p:sp>
          <p:nvSpPr>
            <p:cNvPr id="14" name="Google Shape;14;p29"/>
            <p:cNvSpPr/>
            <p:nvPr/>
          </p:nvSpPr>
          <p:spPr>
            <a:xfrm rot="-164308">
              <a:off x="-19045" y="216550"/>
              <a:ext cx="9163050" cy="649224"/>
            </a:xfrm>
            <a:custGeom>
              <a:avLst/>
              <a:gdLst/>
              <a:ahLst/>
              <a:cxnLst/>
              <a:rect l="l" t="t" r="r" b="b"/>
              <a:pathLst>
                <a:path w="5772" h="1055" extrusionOk="0">
                  <a:moveTo>
                    <a:pt x="0" y="966"/>
                  </a:moveTo>
                  <a:cubicBezTo>
                    <a:pt x="282" y="738"/>
                    <a:pt x="923" y="275"/>
                    <a:pt x="1608" y="282"/>
                  </a:cubicBezTo>
                  <a:cubicBezTo>
                    <a:pt x="2293" y="289"/>
                    <a:pt x="3416" y="1055"/>
                    <a:pt x="4110" y="1008"/>
                  </a:cubicBezTo>
                  <a:cubicBezTo>
                    <a:pt x="4804" y="961"/>
                    <a:pt x="5426" y="210"/>
                    <a:pt x="5772" y="0"/>
                  </a:cubicBezTo>
                </a:path>
              </a:pathLst>
            </a:custGeom>
            <a:noFill/>
            <a:ln w="10775" cap="flat" cmpd="sng">
              <a:solidFill>
                <a:srgbClr val="09B6B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nstantia"/>
                <a:ea typeface="Constantia"/>
                <a:cs typeface="Constantia"/>
                <a:sym typeface="Constantia"/>
              </a:endParaRPr>
            </a:p>
          </p:txBody>
        </p:sp>
        <p:sp>
          <p:nvSpPr>
            <p:cNvPr id="15" name="Google Shape;15;p29"/>
            <p:cNvSpPr/>
            <p:nvPr/>
          </p:nvSpPr>
          <p:spPr>
            <a:xfrm rot="-164308">
              <a:off x="-14309" y="290003"/>
              <a:ext cx="9175812" cy="530352"/>
            </a:xfrm>
            <a:custGeom>
              <a:avLst/>
              <a:gdLst/>
              <a:ahLst/>
              <a:cxnLst/>
              <a:rect l="l" t="t" r="r" b="b"/>
              <a:pathLst>
                <a:path w="5766" h="854" extrusionOk="0">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nstantia"/>
                <a:ea typeface="Constantia"/>
                <a:cs typeface="Constantia"/>
                <a:sym typeface="Constantia"/>
              </a:endParaRPr>
            </a:p>
          </p:txBody>
        </p:sp>
      </p:gr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13">
            <a:alphaModFix/>
          </a:blip>
          <a:tile tx="0" ty="0" sx="65000" sy="65000" flip="none" algn="tl"/>
        </a:blipFill>
        <a:effectLst/>
      </p:bgPr>
    </p:bg>
    <p:spTree>
      <p:nvGrpSpPr>
        <p:cNvPr id="1" name="Shape 22"/>
        <p:cNvGrpSpPr/>
        <p:nvPr/>
      </p:nvGrpSpPr>
      <p:grpSpPr>
        <a:xfrm>
          <a:off x="0" y="0"/>
          <a:ext cx="0" cy="0"/>
          <a:chOff x="0" y="0"/>
          <a:chExt cx="0" cy="0"/>
        </a:xfrm>
      </p:grpSpPr>
      <p:sp>
        <p:nvSpPr>
          <p:cNvPr id="23" name="Google Shape;23;p28"/>
          <p:cNvSpPr/>
          <p:nvPr/>
        </p:nvSpPr>
        <p:spPr>
          <a:xfrm>
            <a:off x="-9525" y="-7144"/>
            <a:ext cx="9163050" cy="1041400"/>
          </a:xfrm>
          <a:custGeom>
            <a:avLst/>
            <a:gdLst/>
            <a:ahLst/>
            <a:cxnLst/>
            <a:rect l="l" t="t" r="r" b="b"/>
            <a:pathLst>
              <a:path w="5772" h="656" extrusionOk="0">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
        <p:nvSpPr>
          <p:cNvPr id="24" name="Google Shape;24;p28"/>
          <p:cNvSpPr/>
          <p:nvPr/>
        </p:nvSpPr>
        <p:spPr>
          <a:xfrm>
            <a:off x="4381500" y="-7144"/>
            <a:ext cx="4762500" cy="638175"/>
          </a:xfrm>
          <a:custGeom>
            <a:avLst/>
            <a:gdLst/>
            <a:ahLst/>
            <a:cxnLst/>
            <a:rect l="l" t="t" r="r" b="b"/>
            <a:pathLst>
              <a:path w="3000" h="595" extrusionOk="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
        <p:nvSpPr>
          <p:cNvPr id="25" name="Google Shape;25;p28"/>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marR="0" lvl="0" algn="l" rtl="0">
              <a:spcBef>
                <a:spcPts val="0"/>
              </a:spcBef>
              <a:spcAft>
                <a:spcPts val="0"/>
              </a:spcAft>
              <a:buClr>
                <a:schemeClr val="dk2"/>
              </a:buClr>
              <a:buSzPts val="5000"/>
              <a:buFont typeface="Calibri"/>
              <a:buNone/>
              <a:defRPr sz="5000" b="0" i="0" u="none" strike="noStrike" cap="non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 name="Google Shape;26;p28"/>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lvl1pPr marL="457200" marR="0" lvl="0" indent="-385445" algn="l" rtl="0">
              <a:spcBef>
                <a:spcPts val="520"/>
              </a:spcBef>
              <a:spcAft>
                <a:spcPts val="0"/>
              </a:spcAft>
              <a:buClr>
                <a:schemeClr val="accent3"/>
              </a:buClr>
              <a:buSzPts val="2470"/>
              <a:buFont typeface="Noto Sans Symbols"/>
              <a:buChar char="⚫"/>
              <a:defRPr sz="2600" b="0" i="0" u="none" strike="noStrike" cap="none">
                <a:solidFill>
                  <a:schemeClr val="dk1"/>
                </a:solidFill>
                <a:latin typeface="Constantia"/>
                <a:ea typeface="Constantia"/>
                <a:cs typeface="Constantia"/>
                <a:sym typeface="Constantia"/>
              </a:defRPr>
            </a:lvl1pPr>
            <a:lvl2pPr marL="914400" marR="0" lvl="1" indent="-358140" algn="l" rtl="0">
              <a:spcBef>
                <a:spcPts val="480"/>
              </a:spcBef>
              <a:spcAft>
                <a:spcPts val="0"/>
              </a:spcAft>
              <a:buClr>
                <a:schemeClr val="accent1"/>
              </a:buClr>
              <a:buSzPts val="2040"/>
              <a:buFont typeface="Noto Sans Symbols"/>
              <a:buChar char="⚫"/>
              <a:defRPr sz="2400" b="0" i="0" u="none" strike="noStrike" cap="none">
                <a:solidFill>
                  <a:schemeClr val="dk1"/>
                </a:solidFill>
                <a:latin typeface="Constantia"/>
                <a:ea typeface="Constantia"/>
                <a:cs typeface="Constantia"/>
                <a:sym typeface="Constantia"/>
              </a:defRPr>
            </a:lvl2pPr>
            <a:lvl3pPr marL="1371600" marR="0" lvl="2" indent="-321944" algn="l" rtl="0">
              <a:spcBef>
                <a:spcPts val="420"/>
              </a:spcBef>
              <a:spcAft>
                <a:spcPts val="0"/>
              </a:spcAft>
              <a:buClr>
                <a:schemeClr val="accent2"/>
              </a:buClr>
              <a:buSzPts val="1470"/>
              <a:buFont typeface="Noto Sans Symbols"/>
              <a:buChar char="⚫"/>
              <a:defRPr sz="2100" b="0" i="0" u="none" strike="noStrike" cap="none">
                <a:solidFill>
                  <a:schemeClr val="dk1"/>
                </a:solidFill>
                <a:latin typeface="Constantia"/>
                <a:ea typeface="Constantia"/>
                <a:cs typeface="Constantia"/>
                <a:sym typeface="Constantia"/>
              </a:defRPr>
            </a:lvl3pPr>
            <a:lvl4pPr marL="1828800" marR="0" lvl="3" indent="-311150" algn="l" rtl="0">
              <a:spcBef>
                <a:spcPts val="400"/>
              </a:spcBef>
              <a:spcAft>
                <a:spcPts val="0"/>
              </a:spcAft>
              <a:buClr>
                <a:schemeClr val="accent3"/>
              </a:buClr>
              <a:buSzPts val="1300"/>
              <a:buFont typeface="Noto Sans Symbols"/>
              <a:buChar char="⚫"/>
              <a:defRPr sz="2000" b="0" i="0" u="none" strike="noStrike" cap="none">
                <a:solidFill>
                  <a:schemeClr val="dk1"/>
                </a:solidFill>
                <a:latin typeface="Constantia"/>
                <a:ea typeface="Constantia"/>
                <a:cs typeface="Constantia"/>
                <a:sym typeface="Constantia"/>
              </a:defRPr>
            </a:lvl4pPr>
            <a:lvl5pPr marL="2286000" marR="0" lvl="4" indent="-311150" algn="l" rtl="0">
              <a:spcBef>
                <a:spcPts val="400"/>
              </a:spcBef>
              <a:spcAft>
                <a:spcPts val="0"/>
              </a:spcAft>
              <a:buClr>
                <a:schemeClr val="accent4"/>
              </a:buClr>
              <a:buSzPts val="1300"/>
              <a:buFont typeface="Noto Sans Symbols"/>
              <a:buChar char="⚫"/>
              <a:defRPr sz="2000" b="0" i="0" u="none" strike="noStrike" cap="none">
                <a:solidFill>
                  <a:schemeClr val="dk1"/>
                </a:solidFill>
                <a:latin typeface="Constantia"/>
                <a:ea typeface="Constantia"/>
                <a:cs typeface="Constantia"/>
                <a:sym typeface="Constantia"/>
              </a:defRPr>
            </a:lvl5pPr>
            <a:lvl6pPr marL="2743200" marR="0" lvl="5" indent="-320039" algn="l" rtl="0">
              <a:spcBef>
                <a:spcPts val="360"/>
              </a:spcBef>
              <a:spcAft>
                <a:spcPts val="0"/>
              </a:spcAft>
              <a:buClr>
                <a:schemeClr val="accent5"/>
              </a:buClr>
              <a:buSzPts val="1440"/>
              <a:buFont typeface="Noto Sans Symbols"/>
              <a:buChar char="⚫"/>
              <a:defRPr sz="1800" b="0" i="0" u="none" strike="noStrike" cap="none">
                <a:solidFill>
                  <a:schemeClr val="dk1"/>
                </a:solidFill>
                <a:latin typeface="Constantia"/>
                <a:ea typeface="Constantia"/>
                <a:cs typeface="Constantia"/>
                <a:sym typeface="Constantia"/>
              </a:defRPr>
            </a:lvl6pPr>
            <a:lvl7pPr marL="3200400" marR="0" lvl="6" indent="-309879" algn="l" rtl="0">
              <a:spcBef>
                <a:spcPts val="320"/>
              </a:spcBef>
              <a:spcAft>
                <a:spcPts val="0"/>
              </a:spcAft>
              <a:buClr>
                <a:schemeClr val="accent6"/>
              </a:buClr>
              <a:buSzPts val="1280"/>
              <a:buFont typeface="Noto Sans Symbols"/>
              <a:buChar char="⚫"/>
              <a:defRPr sz="1600" b="0" i="0" u="none" strike="noStrike" cap="none">
                <a:solidFill>
                  <a:schemeClr val="dk1"/>
                </a:solidFill>
                <a:latin typeface="Constantia"/>
                <a:ea typeface="Constantia"/>
                <a:cs typeface="Constantia"/>
                <a:sym typeface="Constantia"/>
              </a:defRPr>
            </a:lvl7pPr>
            <a:lvl8pPr marL="3657600" marR="0" lvl="7" indent="-330200" algn="l" rtl="0">
              <a:spcBef>
                <a:spcPts val="320"/>
              </a:spcBef>
              <a:spcAft>
                <a:spcPts val="0"/>
              </a:spcAft>
              <a:buClr>
                <a:schemeClr val="dk2"/>
              </a:buClr>
              <a:buSzPts val="1600"/>
              <a:buFont typeface="Constantia"/>
              <a:buChar char="•"/>
              <a:defRPr sz="1600" b="0" i="0" u="none" strike="noStrike" cap="none">
                <a:solidFill>
                  <a:schemeClr val="dk1"/>
                </a:solidFill>
                <a:latin typeface="Constantia"/>
                <a:ea typeface="Constantia"/>
                <a:cs typeface="Constantia"/>
                <a:sym typeface="Constantia"/>
              </a:defRPr>
            </a:lvl8pPr>
            <a:lvl9pPr marL="4114800" marR="0" lvl="8" indent="-317500" algn="l" rtl="0">
              <a:spcBef>
                <a:spcPts val="280"/>
              </a:spcBef>
              <a:spcAft>
                <a:spcPts val="0"/>
              </a:spcAft>
              <a:buClr>
                <a:schemeClr val="dk2"/>
              </a:buClr>
              <a:buSzPts val="1400"/>
              <a:buFont typeface="Constantia"/>
              <a:buChar char="•"/>
              <a:defRPr sz="1400" b="0" i="0" u="none" strike="noStrike" cap="none">
                <a:solidFill>
                  <a:schemeClr val="dk1"/>
                </a:solidFill>
                <a:latin typeface="Constantia"/>
                <a:ea typeface="Constantia"/>
                <a:cs typeface="Constantia"/>
                <a:sym typeface="Constantia"/>
              </a:defRPr>
            </a:lvl9pPr>
          </a:lstStyle>
          <a:p>
            <a:endParaRPr/>
          </a:p>
        </p:txBody>
      </p:sp>
      <p:sp>
        <p:nvSpPr>
          <p:cNvPr id="27" name="Google Shape;27;p28"/>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200">
                <a:solidFill>
                  <a:srgbClr val="035C75"/>
                </a:solidFill>
                <a:latin typeface="Constantia"/>
                <a:ea typeface="Constantia"/>
                <a:cs typeface="Constantia"/>
                <a:sym typeface="Constantia"/>
              </a:defRPr>
            </a:lvl1pPr>
            <a:lvl2pPr marR="0" lvl="1"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2pPr>
            <a:lvl3pPr marR="0" lvl="2"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3pPr>
            <a:lvl4pPr marR="0" lvl="3"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4pPr>
            <a:lvl5pPr marR="0" lvl="4"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5pPr>
            <a:lvl6pPr marR="0" lvl="5"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6pPr>
            <a:lvl7pPr marR="0" lvl="6"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7pPr>
            <a:lvl8pPr marR="0" lvl="7"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8pPr>
            <a:lvl9pPr marR="0" lvl="8"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9pPr>
          </a:lstStyle>
          <a:p>
            <a:endParaRPr/>
          </a:p>
        </p:txBody>
      </p:sp>
      <p:sp>
        <p:nvSpPr>
          <p:cNvPr id="28" name="Google Shape;28;p28"/>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200">
                <a:solidFill>
                  <a:srgbClr val="035C75"/>
                </a:solidFill>
                <a:latin typeface="Constantia"/>
                <a:ea typeface="Constantia"/>
                <a:cs typeface="Constantia"/>
                <a:sym typeface="Constantia"/>
              </a:defRPr>
            </a:lvl1pPr>
            <a:lvl2pPr marR="0" lvl="1"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2pPr>
            <a:lvl3pPr marR="0" lvl="2"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3pPr>
            <a:lvl4pPr marR="0" lvl="3"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4pPr>
            <a:lvl5pPr marR="0" lvl="4"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5pPr>
            <a:lvl6pPr marR="0" lvl="5"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6pPr>
            <a:lvl7pPr marR="0" lvl="6"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7pPr>
            <a:lvl8pPr marR="0" lvl="7"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8pPr>
            <a:lvl9pPr marR="0" lvl="8"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9pPr>
          </a:lstStyle>
          <a:p>
            <a:endParaRPr/>
          </a:p>
        </p:txBody>
      </p:sp>
      <p:sp>
        <p:nvSpPr>
          <p:cNvPr id="29" name="Google Shape;29;p28"/>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marR="0" lvl="0" indent="0" algn="r" rtl="0">
              <a:spcBef>
                <a:spcPts val="0"/>
              </a:spcBef>
              <a:buNone/>
              <a:defRPr sz="1200" b="0" u="none">
                <a:solidFill>
                  <a:srgbClr val="035C75"/>
                </a:solidFill>
                <a:latin typeface="Constantia"/>
                <a:ea typeface="Constantia"/>
                <a:cs typeface="Constantia"/>
                <a:sym typeface="Constantia"/>
              </a:defRPr>
            </a:lvl1pPr>
            <a:lvl2pPr marL="0" marR="0" lvl="1" indent="0" algn="r" rtl="0">
              <a:spcBef>
                <a:spcPts val="0"/>
              </a:spcBef>
              <a:buNone/>
              <a:defRPr sz="1200" b="0" u="none">
                <a:solidFill>
                  <a:srgbClr val="035C75"/>
                </a:solidFill>
                <a:latin typeface="Constantia"/>
                <a:ea typeface="Constantia"/>
                <a:cs typeface="Constantia"/>
                <a:sym typeface="Constantia"/>
              </a:defRPr>
            </a:lvl2pPr>
            <a:lvl3pPr marL="0" marR="0" lvl="2" indent="0" algn="r" rtl="0">
              <a:spcBef>
                <a:spcPts val="0"/>
              </a:spcBef>
              <a:buNone/>
              <a:defRPr sz="1200" b="0" u="none">
                <a:solidFill>
                  <a:srgbClr val="035C75"/>
                </a:solidFill>
                <a:latin typeface="Constantia"/>
                <a:ea typeface="Constantia"/>
                <a:cs typeface="Constantia"/>
                <a:sym typeface="Constantia"/>
              </a:defRPr>
            </a:lvl3pPr>
            <a:lvl4pPr marL="0" marR="0" lvl="3" indent="0" algn="r" rtl="0">
              <a:spcBef>
                <a:spcPts val="0"/>
              </a:spcBef>
              <a:buNone/>
              <a:defRPr sz="1200" b="0" u="none">
                <a:solidFill>
                  <a:srgbClr val="035C75"/>
                </a:solidFill>
                <a:latin typeface="Constantia"/>
                <a:ea typeface="Constantia"/>
                <a:cs typeface="Constantia"/>
                <a:sym typeface="Constantia"/>
              </a:defRPr>
            </a:lvl4pPr>
            <a:lvl5pPr marL="0" marR="0" lvl="4" indent="0" algn="r" rtl="0">
              <a:spcBef>
                <a:spcPts val="0"/>
              </a:spcBef>
              <a:buNone/>
              <a:defRPr sz="1200" b="0" u="none">
                <a:solidFill>
                  <a:srgbClr val="035C75"/>
                </a:solidFill>
                <a:latin typeface="Constantia"/>
                <a:ea typeface="Constantia"/>
                <a:cs typeface="Constantia"/>
                <a:sym typeface="Constantia"/>
              </a:defRPr>
            </a:lvl5pPr>
            <a:lvl6pPr marL="0" marR="0" lvl="5" indent="0" algn="r" rtl="0">
              <a:spcBef>
                <a:spcPts val="0"/>
              </a:spcBef>
              <a:buNone/>
              <a:defRPr sz="1200" b="0" u="none">
                <a:solidFill>
                  <a:srgbClr val="035C75"/>
                </a:solidFill>
                <a:latin typeface="Constantia"/>
                <a:ea typeface="Constantia"/>
                <a:cs typeface="Constantia"/>
                <a:sym typeface="Constantia"/>
              </a:defRPr>
            </a:lvl6pPr>
            <a:lvl7pPr marL="0" marR="0" lvl="6" indent="0" algn="r" rtl="0">
              <a:spcBef>
                <a:spcPts val="0"/>
              </a:spcBef>
              <a:buNone/>
              <a:defRPr sz="1200" b="0" u="none">
                <a:solidFill>
                  <a:srgbClr val="035C75"/>
                </a:solidFill>
                <a:latin typeface="Constantia"/>
                <a:ea typeface="Constantia"/>
                <a:cs typeface="Constantia"/>
                <a:sym typeface="Constantia"/>
              </a:defRPr>
            </a:lvl7pPr>
            <a:lvl8pPr marL="0" marR="0" lvl="7" indent="0" algn="r" rtl="0">
              <a:spcBef>
                <a:spcPts val="0"/>
              </a:spcBef>
              <a:buNone/>
              <a:defRPr sz="1200" b="0" u="none">
                <a:solidFill>
                  <a:srgbClr val="035C75"/>
                </a:solidFill>
                <a:latin typeface="Constantia"/>
                <a:ea typeface="Constantia"/>
                <a:cs typeface="Constantia"/>
                <a:sym typeface="Constantia"/>
              </a:defRPr>
            </a:lvl8pPr>
            <a:lvl9pPr marL="0" marR="0" lvl="8" indent="0" algn="r" rtl="0">
              <a:spcBef>
                <a:spcPts val="0"/>
              </a:spcBef>
              <a:buNone/>
              <a:defRPr sz="1200" b="0" u="none">
                <a:solidFill>
                  <a:srgbClr val="035C75"/>
                </a:solidFill>
                <a:latin typeface="Constantia"/>
                <a:ea typeface="Constantia"/>
                <a:cs typeface="Constantia"/>
                <a:sym typeface="Constantia"/>
              </a:defRPr>
            </a:lvl9pPr>
          </a:lstStyle>
          <a:p>
            <a:pPr marL="0" lvl="0" indent="0" algn="r" rtl="0">
              <a:spcBef>
                <a:spcPts val="0"/>
              </a:spcBef>
              <a:spcAft>
                <a:spcPts val="0"/>
              </a:spcAft>
              <a:buNone/>
            </a:pPr>
            <a:fld id="{00000000-1234-1234-1234-123412341234}" type="slidenum">
              <a:rPr lang="en-US"/>
              <a:t>‹#›</a:t>
            </a:fld>
            <a:endParaRPr/>
          </a:p>
        </p:txBody>
      </p:sp>
      <p:grpSp>
        <p:nvGrpSpPr>
          <p:cNvPr id="30" name="Google Shape;30;p28"/>
          <p:cNvGrpSpPr/>
          <p:nvPr/>
        </p:nvGrpSpPr>
        <p:grpSpPr>
          <a:xfrm>
            <a:off x="-29294" y="-16113"/>
            <a:ext cx="9198255" cy="1086266"/>
            <a:chOff x="-29322" y="-1971"/>
            <a:chExt cx="9198255" cy="1086266"/>
          </a:xfrm>
        </p:grpSpPr>
        <p:sp>
          <p:nvSpPr>
            <p:cNvPr id="31" name="Google Shape;31;p28"/>
            <p:cNvSpPr/>
            <p:nvPr/>
          </p:nvSpPr>
          <p:spPr>
            <a:xfrm rot="-164308">
              <a:off x="-19045" y="216550"/>
              <a:ext cx="9163050" cy="649224"/>
            </a:xfrm>
            <a:custGeom>
              <a:avLst/>
              <a:gdLst/>
              <a:ahLst/>
              <a:cxnLst/>
              <a:rect l="l" t="t" r="r" b="b"/>
              <a:pathLst>
                <a:path w="5772" h="1055" extrusionOk="0">
                  <a:moveTo>
                    <a:pt x="0" y="966"/>
                  </a:moveTo>
                  <a:cubicBezTo>
                    <a:pt x="282" y="738"/>
                    <a:pt x="923" y="275"/>
                    <a:pt x="1608" y="282"/>
                  </a:cubicBezTo>
                  <a:cubicBezTo>
                    <a:pt x="2293" y="289"/>
                    <a:pt x="3416" y="1055"/>
                    <a:pt x="4110" y="1008"/>
                  </a:cubicBezTo>
                  <a:cubicBezTo>
                    <a:pt x="4804" y="961"/>
                    <a:pt x="5426" y="210"/>
                    <a:pt x="5772" y="0"/>
                  </a:cubicBezTo>
                </a:path>
              </a:pathLst>
            </a:custGeom>
            <a:noFill/>
            <a:ln w="10775" cap="flat" cmpd="sng">
              <a:solidFill>
                <a:srgbClr val="09B6B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
          <p:nvSpPr>
            <p:cNvPr id="32" name="Google Shape;32;p28"/>
            <p:cNvSpPr/>
            <p:nvPr/>
          </p:nvSpPr>
          <p:spPr>
            <a:xfrm rot="-164308">
              <a:off x="-14309" y="290003"/>
              <a:ext cx="9175812" cy="530352"/>
            </a:xfrm>
            <a:custGeom>
              <a:avLst/>
              <a:gdLst/>
              <a:ahLst/>
              <a:cxnLst/>
              <a:rect l="l" t="t" r="r" b="b"/>
              <a:pathLst>
                <a:path w="5766" h="854" extrusionOk="0">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gr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
          <p:cNvSpPr txBox="1">
            <a:spLocks noGrp="1"/>
          </p:cNvSpPr>
          <p:nvPr>
            <p:ph type="ctrTitle"/>
          </p:nvPr>
        </p:nvSpPr>
        <p:spPr>
          <a:xfrm>
            <a:off x="533400" y="1371600"/>
            <a:ext cx="7851648" cy="1828800"/>
          </a:xfrm>
          <a:prstGeom prst="rect">
            <a:avLst/>
          </a:prstGeom>
          <a:noFill/>
          <a:ln>
            <a:noFill/>
          </a:ln>
        </p:spPr>
        <p:txBody>
          <a:bodyPr spcFirstLastPara="1" wrap="square" lIns="0" tIns="0" rIns="18275" bIns="0" anchor="b" anchorCtr="0">
            <a:normAutofit fontScale="90000"/>
          </a:bodyPr>
          <a:lstStyle/>
          <a:p>
            <a:pPr marL="0" lvl="0" indent="0" algn="r" rtl="0">
              <a:spcBef>
                <a:spcPts val="0"/>
              </a:spcBef>
              <a:spcAft>
                <a:spcPts val="0"/>
              </a:spcAft>
              <a:buClr>
                <a:srgbClr val="4CE0EA"/>
              </a:buClr>
              <a:buSzPct val="100000"/>
              <a:buFont typeface="Calibri"/>
              <a:buNone/>
            </a:pPr>
            <a:r>
              <a:rPr lang="en-US"/>
              <a:t>Chapter 4</a:t>
            </a:r>
            <a:br>
              <a:rPr lang="en-US"/>
            </a:br>
            <a:r>
              <a:rPr lang="en-US"/>
              <a:t>Discrete System Simulation</a:t>
            </a:r>
            <a:endParaRPr/>
          </a:p>
        </p:txBody>
      </p:sp>
      <p:sp>
        <p:nvSpPr>
          <p:cNvPr id="111" name="Google Shape;111;p1"/>
          <p:cNvSpPr txBox="1">
            <a:spLocks noGrp="1"/>
          </p:cNvSpPr>
          <p:nvPr>
            <p:ph type="subTitle" idx="1"/>
          </p:nvPr>
        </p:nvSpPr>
        <p:spPr>
          <a:xfrm>
            <a:off x="533400" y="3228536"/>
            <a:ext cx="7854696" cy="1752600"/>
          </a:xfrm>
          <a:prstGeom prst="rect">
            <a:avLst/>
          </a:prstGeom>
          <a:noFill/>
          <a:ln>
            <a:noFill/>
          </a:ln>
        </p:spPr>
        <p:txBody>
          <a:bodyPr spcFirstLastPara="1" wrap="square" lIns="0" tIns="45700" rIns="18275" bIns="45700" anchor="t" anchorCtr="0">
            <a:normAutofit/>
          </a:bodyPr>
          <a:lstStyle/>
          <a:p>
            <a:pPr marL="0" marR="45720" lvl="0" indent="0" algn="r" rtl="0">
              <a:spcBef>
                <a:spcPts val="481"/>
              </a:spcBef>
              <a:spcAft>
                <a:spcPts val="0"/>
              </a:spcAft>
              <a:buSzPct val="95000"/>
              <a:buNone/>
            </a:pPr>
            <a:r>
              <a:rPr lang="en-US" smtClean="0"/>
              <a:t>Department </a:t>
            </a:r>
            <a:r>
              <a:rPr lang="en-US" dirty="0"/>
              <a:t>of Computer Science and Engineering</a:t>
            </a:r>
            <a:endParaRPr dirty="0"/>
          </a:p>
          <a:p>
            <a:pPr marL="0" marR="45720" lvl="0" indent="0" algn="r" rtl="0">
              <a:spcBef>
                <a:spcPts val="481"/>
              </a:spcBef>
              <a:spcAft>
                <a:spcPts val="0"/>
              </a:spcAft>
              <a:buSzPct val="95000"/>
              <a:buNone/>
            </a:pPr>
            <a:r>
              <a:rPr lang="en-US" dirty="0"/>
              <a:t>Nepal Engineering College</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Discrete Event Simulation</a:t>
            </a:r>
            <a:endParaRPr/>
          </a:p>
        </p:txBody>
      </p:sp>
      <p:sp>
        <p:nvSpPr>
          <p:cNvPr id="117" name="Google Shape;117;p2"/>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92500" lnSpcReduction="10000"/>
          </a:bodyPr>
          <a:lstStyle/>
          <a:p>
            <a:pPr marL="274320" lvl="0" indent="-274320" algn="l" rtl="0">
              <a:spcBef>
                <a:spcPts val="0"/>
              </a:spcBef>
              <a:spcAft>
                <a:spcPts val="0"/>
              </a:spcAft>
              <a:buSzPct val="95000"/>
              <a:buChar char="⚫"/>
            </a:pPr>
            <a:r>
              <a:rPr lang="en-US"/>
              <a:t>A number used to represent some aspect of the system is called a </a:t>
            </a:r>
            <a:r>
              <a:rPr lang="en-US" b="1"/>
              <a:t>state descriptor. </a:t>
            </a:r>
            <a:endParaRPr/>
          </a:p>
          <a:p>
            <a:pPr marL="640080" lvl="1" indent="-246888" algn="l" rtl="0">
              <a:spcBef>
                <a:spcPts val="444"/>
              </a:spcBef>
              <a:spcAft>
                <a:spcPts val="0"/>
              </a:spcAft>
              <a:buSzPct val="85000"/>
              <a:buChar char="⚫"/>
            </a:pPr>
            <a:r>
              <a:rPr lang="en-US"/>
              <a:t>Eg:- no of pages in book, flag value either  0 or 1 and so on.</a:t>
            </a:r>
            <a:endParaRPr/>
          </a:p>
          <a:p>
            <a:pPr marL="274320" lvl="0" indent="-274320" algn="l" rtl="0">
              <a:spcBef>
                <a:spcPts val="481"/>
              </a:spcBef>
              <a:spcAft>
                <a:spcPts val="0"/>
              </a:spcAft>
              <a:buSzPct val="95000"/>
              <a:buChar char="⚫"/>
            </a:pPr>
            <a:r>
              <a:rPr lang="en-US"/>
              <a:t>Discrete system is a system in which the changes are instantaneous. </a:t>
            </a:r>
            <a:endParaRPr/>
          </a:p>
          <a:p>
            <a:pPr marL="274320" lvl="0" indent="-274320" algn="l" rtl="0">
              <a:spcBef>
                <a:spcPts val="481"/>
              </a:spcBef>
              <a:spcAft>
                <a:spcPts val="0"/>
              </a:spcAft>
              <a:buSzPct val="95000"/>
              <a:buChar char="⚫"/>
            </a:pPr>
            <a:r>
              <a:rPr lang="en-US"/>
              <a:t>As  simulation proceeds, </a:t>
            </a:r>
            <a:r>
              <a:rPr lang="en-US" b="1"/>
              <a:t>the state descriptors </a:t>
            </a:r>
            <a:r>
              <a:rPr lang="en-US"/>
              <a:t>change value.</a:t>
            </a:r>
            <a:endParaRPr/>
          </a:p>
          <a:p>
            <a:pPr marL="274320" lvl="0" indent="-274320" algn="l" rtl="0">
              <a:spcBef>
                <a:spcPts val="481"/>
              </a:spcBef>
              <a:spcAft>
                <a:spcPts val="0"/>
              </a:spcAft>
              <a:buSzPct val="95000"/>
              <a:buChar char="⚫"/>
            </a:pPr>
            <a:r>
              <a:rPr lang="en-US"/>
              <a:t>Each change in the state of system is called as an </a:t>
            </a:r>
            <a:r>
              <a:rPr lang="en-US" b="1"/>
              <a:t>event.</a:t>
            </a:r>
            <a:endParaRPr/>
          </a:p>
          <a:p>
            <a:pPr marL="640080" lvl="1" indent="-246888" algn="l" rtl="0">
              <a:spcBef>
                <a:spcPts val="444"/>
              </a:spcBef>
              <a:spcAft>
                <a:spcPts val="0"/>
              </a:spcAft>
              <a:buSzPct val="85000"/>
              <a:buChar char="⚫"/>
            </a:pPr>
            <a:r>
              <a:rPr lang="en-US"/>
              <a:t>For Example, </a:t>
            </a:r>
            <a:r>
              <a:rPr lang="en-US" b="1"/>
              <a:t>arrival or departure of a customer in a queue is an event. </a:t>
            </a:r>
            <a:endParaRPr/>
          </a:p>
          <a:p>
            <a:pPr marL="274320" lvl="0" indent="-274320" algn="l" rtl="0">
              <a:spcBef>
                <a:spcPts val="481"/>
              </a:spcBef>
              <a:spcAft>
                <a:spcPts val="0"/>
              </a:spcAft>
              <a:buSzPct val="95000"/>
              <a:buChar char="⚫"/>
            </a:pPr>
            <a:r>
              <a:rPr lang="en-US"/>
              <a:t>The simulation of a discrete system is referred to as </a:t>
            </a:r>
            <a:r>
              <a:rPr lang="en-US" b="1"/>
              <a:t>discrete event simulation. </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3"/>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Discrete Event Simulation</a:t>
            </a:r>
            <a:endParaRPr/>
          </a:p>
        </p:txBody>
      </p:sp>
      <p:sp>
        <p:nvSpPr>
          <p:cNvPr id="123" name="Google Shape;123;p3"/>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lnSpcReduction="10000"/>
          </a:bodyPr>
          <a:lstStyle/>
          <a:p>
            <a:pPr marL="274320" lvl="0" indent="-274320" algn="l" rtl="0">
              <a:spcBef>
                <a:spcPts val="0"/>
              </a:spcBef>
              <a:spcAft>
                <a:spcPts val="0"/>
              </a:spcAft>
              <a:buSzPts val="2470"/>
              <a:buChar char="⚫"/>
            </a:pPr>
            <a:r>
              <a:rPr lang="en-US" b="1"/>
              <a:t>Applications of discrete event simulation:</a:t>
            </a:r>
            <a:endParaRPr/>
          </a:p>
          <a:p>
            <a:pPr marL="274320" lvl="0" indent="-274320" algn="l" rtl="0">
              <a:spcBef>
                <a:spcPts val="520"/>
              </a:spcBef>
              <a:spcAft>
                <a:spcPts val="0"/>
              </a:spcAft>
              <a:buSzPts val="2470"/>
              <a:buNone/>
            </a:pPr>
            <a:r>
              <a:rPr lang="en-US"/>
              <a:t>		 • It is used by operation research workers to study large complex systems which cannot be studied by analytical method. </a:t>
            </a:r>
            <a:endParaRPr/>
          </a:p>
          <a:p>
            <a:pPr marL="274320" lvl="0" indent="-274320" algn="l" rtl="0">
              <a:spcBef>
                <a:spcPts val="520"/>
              </a:spcBef>
              <a:spcAft>
                <a:spcPts val="0"/>
              </a:spcAft>
              <a:buSzPts val="2470"/>
              <a:buNone/>
            </a:pPr>
            <a:r>
              <a:rPr lang="en-US"/>
              <a:t>		• In inventory control. </a:t>
            </a:r>
            <a:endParaRPr/>
          </a:p>
          <a:p>
            <a:pPr marL="274320" lvl="0" indent="-274320" algn="l" rtl="0">
              <a:spcBef>
                <a:spcPts val="520"/>
              </a:spcBef>
              <a:spcAft>
                <a:spcPts val="0"/>
              </a:spcAft>
              <a:buSzPts val="2470"/>
              <a:buNone/>
            </a:pPr>
            <a:r>
              <a:rPr lang="en-US"/>
              <a:t>		• Study of sea and airport. </a:t>
            </a:r>
            <a:endParaRPr/>
          </a:p>
          <a:p>
            <a:pPr marL="274320" lvl="0" indent="-274320" algn="l" rtl="0">
              <a:spcBef>
                <a:spcPts val="520"/>
              </a:spcBef>
              <a:spcAft>
                <a:spcPts val="0"/>
              </a:spcAft>
              <a:buSzPts val="2470"/>
              <a:buNone/>
            </a:pPr>
            <a:r>
              <a:rPr lang="en-US"/>
              <a:t>		• Steel melting stuffs. </a:t>
            </a:r>
            <a:endParaRPr/>
          </a:p>
          <a:p>
            <a:pPr marL="274320" lvl="0" indent="-274320" algn="l" rtl="0">
              <a:spcBef>
                <a:spcPts val="520"/>
              </a:spcBef>
              <a:spcAft>
                <a:spcPts val="0"/>
              </a:spcAft>
              <a:buSzPts val="2470"/>
              <a:buNone/>
            </a:pPr>
            <a:r>
              <a:rPr lang="en-US"/>
              <a:t>		• Telephone exchanges.</a:t>
            </a:r>
            <a:endParaRPr/>
          </a:p>
          <a:p>
            <a:pPr marL="274320" lvl="0" indent="-274320" algn="l" rtl="0">
              <a:spcBef>
                <a:spcPts val="520"/>
              </a:spcBef>
              <a:spcAft>
                <a:spcPts val="0"/>
              </a:spcAft>
              <a:buSzPts val="2470"/>
              <a:buNone/>
            </a:pPr>
            <a:r>
              <a:rPr lang="en-US"/>
              <a:t>		 • Production line.</a:t>
            </a:r>
            <a:endParaRPr/>
          </a:p>
          <a:p>
            <a:pPr marL="274320" lvl="0" indent="-274320" algn="l" rtl="0">
              <a:spcBef>
                <a:spcPts val="520"/>
              </a:spcBef>
              <a:spcAft>
                <a:spcPts val="0"/>
              </a:spcAft>
              <a:buSzPts val="2470"/>
              <a:buNone/>
            </a:pPr>
            <a:r>
              <a:rPr lang="en-US"/>
              <a:t>		 • Project scheduling etc.</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4"/>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Representation of time</a:t>
            </a:r>
            <a:endParaRPr/>
          </a:p>
        </p:txBody>
      </p:sp>
      <p:sp>
        <p:nvSpPr>
          <p:cNvPr id="129" name="Google Shape;129;p4"/>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There are two different models for moving a discrete system through time. </a:t>
            </a:r>
            <a:endParaRPr/>
          </a:p>
          <a:p>
            <a:pPr marL="914400" lvl="2" indent="-246887" algn="l" rtl="0">
              <a:spcBef>
                <a:spcPts val="420"/>
              </a:spcBef>
              <a:spcAft>
                <a:spcPts val="0"/>
              </a:spcAft>
              <a:buSzPts val="1470"/>
              <a:buNone/>
            </a:pPr>
            <a:r>
              <a:rPr lang="en-US"/>
              <a:t>• Fixed time step model or </a:t>
            </a:r>
            <a:r>
              <a:rPr lang="en-US" b="1"/>
              <a:t>interval oriented model</a:t>
            </a:r>
            <a:endParaRPr/>
          </a:p>
          <a:p>
            <a:pPr marL="914400" lvl="2" indent="-246887" algn="l" rtl="0">
              <a:spcBef>
                <a:spcPts val="420"/>
              </a:spcBef>
              <a:spcAft>
                <a:spcPts val="0"/>
              </a:spcAft>
              <a:buSzPts val="1470"/>
              <a:buNone/>
            </a:pPr>
            <a:r>
              <a:rPr lang="en-US"/>
              <a:t> • Event to event(next event ) model or </a:t>
            </a:r>
            <a:r>
              <a:rPr lang="en-US" b="1"/>
              <a:t>event oriented model</a:t>
            </a:r>
            <a:endParaRPr/>
          </a:p>
          <a:p>
            <a:pPr marL="914400" lvl="2" indent="-246887" algn="l" rtl="0">
              <a:spcBef>
                <a:spcPts val="420"/>
              </a:spcBef>
              <a:spcAft>
                <a:spcPts val="0"/>
              </a:spcAft>
              <a:buSzPts val="1470"/>
              <a:buNone/>
            </a:pPr>
            <a:r>
              <a:rPr lang="en-US" b="1"/>
              <a:t>Fixed time step model v/s next event model:</a:t>
            </a:r>
            <a:endParaRPr/>
          </a:p>
          <a:p>
            <a:pPr marL="914400" lvl="2" indent="-246887" algn="l" rtl="0">
              <a:spcBef>
                <a:spcPts val="420"/>
              </a:spcBef>
              <a:spcAft>
                <a:spcPts val="0"/>
              </a:spcAft>
              <a:buSzPts val="1470"/>
              <a:buNone/>
            </a:pPr>
            <a:r>
              <a:rPr lang="en-US" b="1"/>
              <a:t> </a:t>
            </a:r>
            <a:r>
              <a:rPr lang="en-US"/>
              <a:t>• In a fixed time step model a timer or clock is simulated by the computer. </a:t>
            </a:r>
            <a:endParaRPr/>
          </a:p>
          <a:p>
            <a:pPr marL="914400" lvl="2" indent="-246887" algn="l" rtl="0">
              <a:spcBef>
                <a:spcPts val="420"/>
              </a:spcBef>
              <a:spcAft>
                <a:spcPts val="0"/>
              </a:spcAft>
              <a:buSzPts val="1470"/>
              <a:buNone/>
            </a:pPr>
            <a:r>
              <a:rPr lang="en-US"/>
              <a:t>• This clock is updated by a fixed time interval Ϫ and the system is examine to see if any event has taken place during this time interval.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5"/>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Representation of time..</a:t>
            </a:r>
            <a:endParaRPr/>
          </a:p>
        </p:txBody>
      </p:sp>
      <p:sp>
        <p:nvSpPr>
          <p:cNvPr id="135" name="Google Shape;135;p5"/>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914400" lvl="2" indent="-246887" algn="l" rtl="0">
              <a:spcBef>
                <a:spcPts val="0"/>
              </a:spcBef>
              <a:spcAft>
                <a:spcPts val="0"/>
              </a:spcAft>
              <a:buSzPts val="1470"/>
              <a:buNone/>
            </a:pPr>
            <a:r>
              <a:rPr lang="en-US"/>
              <a:t>In </a:t>
            </a:r>
            <a:r>
              <a:rPr lang="en-US" b="1"/>
              <a:t>the next event simulation model</a:t>
            </a:r>
            <a:r>
              <a:rPr lang="en-US"/>
              <a:t>, the computer advances time to the occurrence of the next event. It shifts from event to event</a:t>
            </a:r>
            <a:endParaRPr/>
          </a:p>
          <a:p>
            <a:pPr marL="914400" lvl="2" indent="-246887" algn="l" rtl="0">
              <a:spcBef>
                <a:spcPts val="420"/>
              </a:spcBef>
              <a:spcAft>
                <a:spcPts val="0"/>
              </a:spcAft>
              <a:buSzPts val="1470"/>
              <a:buChar char="⚫"/>
            </a:pPr>
            <a:r>
              <a:rPr lang="en-US"/>
              <a:t>The system does not change in between only those points in time are kept track when something of interest happens to the system. </a:t>
            </a:r>
            <a:endParaRPr/>
          </a:p>
          <a:p>
            <a:pPr marL="914400" lvl="2" indent="-153543" algn="l" rtl="0">
              <a:spcBef>
                <a:spcPts val="420"/>
              </a:spcBef>
              <a:spcAft>
                <a:spcPts val="0"/>
              </a:spcAft>
              <a:buSzPts val="1470"/>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6"/>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Generation of Arrival Pattern</a:t>
            </a:r>
            <a:endParaRPr/>
          </a:p>
        </p:txBody>
      </p:sp>
      <p:sp>
        <p:nvSpPr>
          <p:cNvPr id="141" name="Google Shape;141;p6"/>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Generation of arrival patterns can be done in following two methods:-</a:t>
            </a:r>
            <a:endParaRPr/>
          </a:p>
          <a:p>
            <a:pPr marL="274320" lvl="0" indent="-274320" algn="l" rtl="0">
              <a:spcBef>
                <a:spcPts val="520"/>
              </a:spcBef>
              <a:spcAft>
                <a:spcPts val="0"/>
              </a:spcAft>
              <a:buSzPts val="2470"/>
              <a:buChar char="⚫"/>
            </a:pPr>
            <a:r>
              <a:rPr lang="en-US" b="1"/>
              <a:t>Trace driven simulation:</a:t>
            </a:r>
            <a:endParaRPr/>
          </a:p>
          <a:p>
            <a:pPr marL="640080" lvl="1" indent="-246888" algn="l" rtl="0">
              <a:spcBef>
                <a:spcPts val="480"/>
              </a:spcBef>
              <a:spcAft>
                <a:spcPts val="0"/>
              </a:spcAft>
              <a:buSzPts val="2040"/>
              <a:buChar char="⚫"/>
            </a:pPr>
            <a:r>
              <a:rPr lang="en-US"/>
              <a:t>Here the sequence of inputs are generated from observations of a running system. </a:t>
            </a:r>
            <a:endParaRPr/>
          </a:p>
          <a:p>
            <a:pPr marL="640080" lvl="1" indent="-246888" algn="l" rtl="0">
              <a:spcBef>
                <a:spcPts val="480"/>
              </a:spcBef>
              <a:spcAft>
                <a:spcPts val="0"/>
              </a:spcAft>
              <a:buSzPts val="2040"/>
              <a:buChar char="⚫"/>
            </a:pPr>
            <a:r>
              <a:rPr lang="en-US"/>
              <a:t>Programs monitors are attached to the running system to extract the data with little or no disturbances of the system operation.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7"/>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Generation of Arrival Pattern..</a:t>
            </a:r>
            <a:endParaRPr/>
          </a:p>
        </p:txBody>
      </p:sp>
      <p:sp>
        <p:nvSpPr>
          <p:cNvPr id="147" name="Google Shape;147;p7"/>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b="1"/>
              <a:t>Bootstrapping: </a:t>
            </a:r>
            <a:endParaRPr/>
          </a:p>
          <a:p>
            <a:pPr marL="640080" lvl="1" indent="-246888" algn="l" rtl="0">
              <a:spcBef>
                <a:spcPts val="480"/>
              </a:spcBef>
              <a:spcAft>
                <a:spcPts val="0"/>
              </a:spcAft>
              <a:buSzPts val="2040"/>
              <a:buChar char="⚫"/>
            </a:pPr>
            <a:r>
              <a:rPr lang="en-US"/>
              <a:t>Here the arrival time of the next entity is immediately calculated from the inter-arrival time distribution.</a:t>
            </a:r>
            <a:endParaRPr/>
          </a:p>
          <a:p>
            <a:pPr marL="640080" lvl="1" indent="-246888" algn="l" rtl="0">
              <a:spcBef>
                <a:spcPts val="480"/>
              </a:spcBef>
              <a:spcAft>
                <a:spcPts val="0"/>
              </a:spcAft>
              <a:buSzPts val="2040"/>
              <a:buChar char="⚫"/>
            </a:pPr>
            <a:r>
              <a:rPr lang="en-US"/>
              <a:t>The term bootstrapping is used to describe this process of making one entity create its successor. </a:t>
            </a:r>
            <a:endParaRPr/>
          </a:p>
          <a:p>
            <a:pPr marL="640080" lvl="1" indent="-246888" algn="l" rtl="0">
              <a:spcBef>
                <a:spcPts val="480"/>
              </a:spcBef>
              <a:spcAft>
                <a:spcPts val="0"/>
              </a:spcAft>
              <a:buSzPts val="2040"/>
              <a:buChar char="⚫"/>
            </a:pPr>
            <a:r>
              <a:rPr lang="en-US"/>
              <a:t>The method requires keeping only the arrival time of the next entity. </a:t>
            </a:r>
            <a:endParaRPr/>
          </a:p>
          <a:p>
            <a:pPr marL="640080" lvl="1" indent="-246888" algn="l" rtl="0">
              <a:spcBef>
                <a:spcPts val="480"/>
              </a:spcBef>
              <a:spcAft>
                <a:spcPts val="0"/>
              </a:spcAft>
              <a:buSzPts val="2040"/>
              <a:buChar char="⚫"/>
            </a:pPr>
            <a:r>
              <a:rPr lang="en-US"/>
              <a:t>It is the most preferred method of generating arrival through computer simulation program.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8"/>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ts val="5000"/>
              <a:buFont typeface="Calibri"/>
              <a:buNone/>
            </a:pPr>
            <a:r>
              <a:rPr lang="en-US"/>
              <a:t>Simulation of Telephone System</a:t>
            </a:r>
            <a:endParaRPr/>
          </a:p>
        </p:txBody>
      </p:sp>
      <p:sp>
        <p:nvSpPr>
          <p:cNvPr id="153" name="Google Shape;153;p8"/>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The System has a number of Telephone connecting to a switch board by lines. </a:t>
            </a:r>
            <a:endParaRPr/>
          </a:p>
          <a:p>
            <a:pPr marL="274320" lvl="0" indent="-274320" algn="l" rtl="0">
              <a:spcBef>
                <a:spcPts val="520"/>
              </a:spcBef>
              <a:spcAft>
                <a:spcPts val="0"/>
              </a:spcAft>
              <a:buSzPts val="2470"/>
              <a:buChar char="⚫"/>
            </a:pPr>
            <a:r>
              <a:rPr lang="en-US"/>
              <a:t>A switch has a number of links which can be used to connect any two lines subject to the condition that only one connecting at a time can be made to each line.</a:t>
            </a:r>
            <a:endParaRPr/>
          </a:p>
          <a:p>
            <a:pPr marL="274320" lvl="0" indent="-274320" algn="l" rtl="0">
              <a:spcBef>
                <a:spcPts val="520"/>
              </a:spcBef>
              <a:spcAft>
                <a:spcPts val="0"/>
              </a:spcAft>
              <a:buSzPts val="2470"/>
              <a:buChar char="⚫"/>
            </a:pPr>
            <a:r>
              <a:rPr lang="en-US"/>
              <a:t> </a:t>
            </a:r>
            <a:endParaRPr/>
          </a:p>
        </p:txBody>
      </p:sp>
      <p:pic>
        <p:nvPicPr>
          <p:cNvPr id="154" name="Google Shape;154;p8"/>
          <p:cNvPicPr preferRelativeResize="0"/>
          <p:nvPr/>
        </p:nvPicPr>
        <p:blipFill rotWithShape="1">
          <a:blip r:embed="rId3">
            <a:alphaModFix/>
          </a:blip>
          <a:srcRect/>
          <a:stretch/>
        </p:blipFill>
        <p:spPr>
          <a:xfrm>
            <a:off x="3030415" y="4038600"/>
            <a:ext cx="2133600" cy="2688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9"/>
          <p:cNvSpPr txBox="1">
            <a:spLocks noGrp="1"/>
          </p:cNvSpPr>
          <p:nvPr>
            <p:ph type="title"/>
          </p:nvPr>
        </p:nvSpPr>
        <p:spPr>
          <a:xfrm>
            <a:off x="457200" y="704088"/>
            <a:ext cx="8229600" cy="743712"/>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Simulation of Telephone System</a:t>
            </a:r>
            <a:endParaRPr/>
          </a:p>
        </p:txBody>
      </p:sp>
      <p:sp>
        <p:nvSpPr>
          <p:cNvPr id="160" name="Google Shape;160;p9"/>
          <p:cNvSpPr txBox="1">
            <a:spLocks noGrp="1"/>
          </p:cNvSpPr>
          <p:nvPr>
            <p:ph type="body" idx="1"/>
          </p:nvPr>
        </p:nvSpPr>
        <p:spPr>
          <a:xfrm>
            <a:off x="457200" y="1524000"/>
            <a:ext cx="8229600" cy="4800600"/>
          </a:xfrm>
          <a:prstGeom prst="rect">
            <a:avLst/>
          </a:prstGeom>
          <a:noFill/>
          <a:ln>
            <a:noFill/>
          </a:ln>
        </p:spPr>
        <p:txBody>
          <a:bodyPr spcFirstLastPara="1" wrap="square" lIns="91425" tIns="45700" rIns="91425" bIns="45700" anchor="t" anchorCtr="0">
            <a:normAutofit fontScale="92500"/>
          </a:bodyPr>
          <a:lstStyle/>
          <a:p>
            <a:pPr marL="274320" lvl="0" indent="-274320" algn="l" rtl="0">
              <a:spcBef>
                <a:spcPts val="0"/>
              </a:spcBef>
              <a:spcAft>
                <a:spcPts val="0"/>
              </a:spcAft>
              <a:buSzPts val="2470"/>
              <a:buChar char="⚫"/>
            </a:pPr>
            <a:r>
              <a:rPr lang="en-US"/>
              <a:t>It assume that it lost call system. A call may be lost because no link is available it is called as a lost call.</a:t>
            </a:r>
            <a:endParaRPr/>
          </a:p>
          <a:p>
            <a:pPr marL="274320" lvl="0" indent="-274320" algn="l" rtl="0">
              <a:spcBef>
                <a:spcPts val="520"/>
              </a:spcBef>
              <a:spcAft>
                <a:spcPts val="0"/>
              </a:spcAft>
              <a:buSzPts val="2470"/>
              <a:buChar char="⚫"/>
            </a:pPr>
            <a:r>
              <a:rPr lang="en-US"/>
              <a:t> The object of the simulation is to process a given number of calls and determine what proportion are successfully completed block or busy. </a:t>
            </a:r>
            <a:endParaRPr/>
          </a:p>
          <a:p>
            <a:pPr marL="274320" lvl="0" indent="-274320" algn="l" rtl="0">
              <a:spcBef>
                <a:spcPts val="520"/>
              </a:spcBef>
              <a:spcAft>
                <a:spcPts val="0"/>
              </a:spcAft>
              <a:buSzPts val="2470"/>
              <a:buChar char="⚫"/>
            </a:pPr>
            <a:r>
              <a:rPr lang="en-US"/>
              <a:t>The current state of the system is that lne-2 is connected to line-5 and a line-4 is connected to line-7.</a:t>
            </a:r>
            <a:endParaRPr/>
          </a:p>
          <a:p>
            <a:pPr marL="274320" lvl="0" indent="-274320" algn="l" rtl="0">
              <a:spcBef>
                <a:spcPts val="520"/>
              </a:spcBef>
              <a:spcAft>
                <a:spcPts val="0"/>
              </a:spcAft>
              <a:buSzPts val="2470"/>
              <a:buChar char="⚫"/>
            </a:pPr>
            <a:r>
              <a:rPr lang="en-US"/>
              <a:t>Each line is treated as an entity and it’s availability is an attribute a table of numbers is establish which show the current status of each line. </a:t>
            </a:r>
            <a:endParaRPr/>
          </a:p>
          <a:p>
            <a:pPr marL="274320" lvl="0" indent="-274320" algn="l" rtl="0">
              <a:spcBef>
                <a:spcPts val="520"/>
              </a:spcBef>
              <a:spcAft>
                <a:spcPts val="0"/>
              </a:spcAft>
              <a:buSzPts val="2470"/>
              <a:buChar char="⚫"/>
            </a:pPr>
            <a:r>
              <a:rPr lang="en-US"/>
              <a:t>A zero in the table means the line is free and where 1 means it is busy.</a:t>
            </a:r>
            <a:endParaRPr/>
          </a:p>
          <a:p>
            <a:pPr marL="274320" lvl="0" indent="-117475" algn="l" rtl="0">
              <a:spcBef>
                <a:spcPts val="520"/>
              </a:spcBef>
              <a:spcAft>
                <a:spcPts val="0"/>
              </a:spcAft>
              <a:buSzPts val="2470"/>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0"/>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166" name="Google Shape;166;p10"/>
          <p:cNvPicPr preferRelativeResize="0">
            <a:picLocks noGrp="1"/>
          </p:cNvPicPr>
          <p:nvPr>
            <p:ph type="body" idx="1"/>
          </p:nvPr>
        </p:nvPicPr>
        <p:blipFill rotWithShape="1">
          <a:blip r:embed="rId3">
            <a:alphaModFix/>
          </a:blip>
          <a:srcRect/>
          <a:stretch/>
        </p:blipFill>
        <p:spPr>
          <a:xfrm>
            <a:off x="990504" y="533400"/>
            <a:ext cx="6629496" cy="604508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1"/>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172" name="Google Shape;172;p11"/>
          <p:cNvPicPr preferRelativeResize="0">
            <a:picLocks noGrp="1"/>
          </p:cNvPicPr>
          <p:nvPr>
            <p:ph type="body" idx="1"/>
          </p:nvPr>
        </p:nvPicPr>
        <p:blipFill rotWithShape="1">
          <a:blip r:embed="rId3">
            <a:alphaModFix/>
          </a:blip>
          <a:srcRect/>
          <a:stretch/>
        </p:blipFill>
        <p:spPr>
          <a:xfrm>
            <a:off x="1143000" y="228600"/>
            <a:ext cx="7162800" cy="6096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2"/>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178" name="Google Shape;178;p12"/>
          <p:cNvPicPr preferRelativeResize="0">
            <a:picLocks noGrp="1"/>
          </p:cNvPicPr>
          <p:nvPr>
            <p:ph type="body" idx="1"/>
          </p:nvPr>
        </p:nvPicPr>
        <p:blipFill rotWithShape="1">
          <a:blip r:embed="rId3">
            <a:alphaModFix/>
          </a:blip>
          <a:srcRect/>
          <a:stretch/>
        </p:blipFill>
        <p:spPr>
          <a:xfrm>
            <a:off x="914400" y="228600"/>
            <a:ext cx="7696200" cy="6096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3"/>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Simulation of Telephone System..</a:t>
            </a:r>
            <a:endParaRPr/>
          </a:p>
        </p:txBody>
      </p:sp>
      <p:sp>
        <p:nvSpPr>
          <p:cNvPr id="184" name="Google Shape;184;p13"/>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To keep track of event the number of representing currently the clock time 5 1027.</a:t>
            </a:r>
            <a:endParaRPr/>
          </a:p>
          <a:p>
            <a:pPr marL="274320" lvl="0" indent="-274320" algn="l" rtl="0">
              <a:spcBef>
                <a:spcPts val="520"/>
              </a:spcBef>
              <a:spcAft>
                <a:spcPts val="0"/>
              </a:spcAft>
              <a:buSzPts val="2470"/>
              <a:buChar char="⚫"/>
            </a:pPr>
            <a:r>
              <a:rPr lang="en-US"/>
              <a:t>The unit of time is taken to be in second. There is a list of call in progress showing which line call is connected and the time each call finishes. </a:t>
            </a:r>
            <a:endParaRPr/>
          </a:p>
          <a:p>
            <a:pPr marL="274320" lvl="0" indent="-274320" algn="l" rtl="0">
              <a:spcBef>
                <a:spcPts val="520"/>
              </a:spcBef>
              <a:spcAft>
                <a:spcPts val="0"/>
              </a:spcAft>
              <a:buSzPts val="2470"/>
              <a:buChar char="⚫"/>
            </a:pPr>
            <a:r>
              <a:rPr lang="en-US"/>
              <a:t>The arrival of call is generated by the boot strapping technique. </a:t>
            </a:r>
            <a:endParaRPr/>
          </a:p>
          <a:p>
            <a:pPr marL="274320" lvl="0" indent="-274320" algn="l" rtl="0">
              <a:spcBef>
                <a:spcPts val="520"/>
              </a:spcBef>
              <a:spcAft>
                <a:spcPts val="0"/>
              </a:spcAft>
              <a:buSzPts val="2470"/>
              <a:buChar char="⚫"/>
            </a:pPr>
            <a:r>
              <a:rPr lang="en-US"/>
              <a:t>There are 2 activities causing event. </a:t>
            </a:r>
            <a:endParaRPr/>
          </a:p>
          <a:p>
            <a:pPr marL="914400" lvl="2" indent="-246887" algn="l" rtl="0">
              <a:spcBef>
                <a:spcPts val="420"/>
              </a:spcBef>
              <a:spcAft>
                <a:spcPts val="0"/>
              </a:spcAft>
              <a:buSzPts val="1470"/>
              <a:buNone/>
            </a:pPr>
            <a:r>
              <a:rPr lang="en-US"/>
              <a:t>1. New calls can arrive </a:t>
            </a:r>
            <a:endParaRPr/>
          </a:p>
          <a:p>
            <a:pPr marL="914400" lvl="2" indent="-246887" algn="l" rtl="0">
              <a:spcBef>
                <a:spcPts val="420"/>
              </a:spcBef>
              <a:spcAft>
                <a:spcPts val="0"/>
              </a:spcAft>
              <a:buSzPts val="1470"/>
              <a:buNone/>
            </a:pPr>
            <a:r>
              <a:rPr lang="en-US"/>
              <a:t>2. Existing calls can finish</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4"/>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Simulation of Telephone System..</a:t>
            </a:r>
            <a:endParaRPr/>
          </a:p>
        </p:txBody>
      </p:sp>
      <p:sp>
        <p:nvSpPr>
          <p:cNvPr id="190" name="Google Shape;190;p14"/>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92500" lnSpcReduction="20000"/>
          </a:bodyPr>
          <a:lstStyle/>
          <a:p>
            <a:pPr marL="274320" lvl="0" indent="-274320" algn="l" rtl="0">
              <a:spcBef>
                <a:spcPts val="0"/>
              </a:spcBef>
              <a:spcAft>
                <a:spcPts val="0"/>
              </a:spcAft>
              <a:buSzPct val="95000"/>
              <a:buChar char="⚫"/>
            </a:pPr>
            <a:r>
              <a:rPr lang="en-US"/>
              <a:t>There are 3-future events :</a:t>
            </a:r>
            <a:endParaRPr/>
          </a:p>
          <a:p>
            <a:pPr marL="640080" lvl="1" indent="-246888" algn="l" rtl="0">
              <a:spcBef>
                <a:spcPts val="444"/>
              </a:spcBef>
              <a:spcAft>
                <a:spcPts val="0"/>
              </a:spcAft>
              <a:buSzPct val="85000"/>
              <a:buChar char="⚫"/>
            </a:pPr>
            <a:r>
              <a:rPr lang="en-US"/>
              <a:t>• The call between lines 2 and 5 is due to finish at time 1053. </a:t>
            </a:r>
            <a:endParaRPr/>
          </a:p>
          <a:p>
            <a:pPr marL="640080" lvl="1" indent="-246888" algn="l" rtl="0">
              <a:spcBef>
                <a:spcPts val="444"/>
              </a:spcBef>
              <a:spcAft>
                <a:spcPts val="0"/>
              </a:spcAft>
              <a:buSzPct val="85000"/>
              <a:buChar char="⚫"/>
            </a:pPr>
            <a:r>
              <a:rPr lang="en-US"/>
              <a:t>• The call between line 4 and 7 is due to finish at time 1075. </a:t>
            </a:r>
            <a:endParaRPr/>
          </a:p>
          <a:p>
            <a:pPr marL="640080" lvl="1" indent="-246888" algn="l" rtl="0">
              <a:spcBef>
                <a:spcPts val="444"/>
              </a:spcBef>
              <a:spcAft>
                <a:spcPts val="0"/>
              </a:spcAft>
              <a:buSzPct val="85000"/>
              <a:buChar char="⚫"/>
            </a:pPr>
            <a:r>
              <a:rPr lang="en-US"/>
              <a:t>• A new call is due to arrive at time 1057.</a:t>
            </a:r>
            <a:endParaRPr/>
          </a:p>
          <a:p>
            <a:pPr marL="640080" lvl="1" indent="-246888" algn="l" rtl="0">
              <a:spcBef>
                <a:spcPts val="444"/>
              </a:spcBef>
              <a:spcAft>
                <a:spcPts val="0"/>
              </a:spcAft>
              <a:buSzPct val="85000"/>
              <a:buNone/>
            </a:pPr>
            <a:r>
              <a:rPr lang="en-US"/>
              <a:t> The simulation proceeds by exhibiting a cycle of state to simulate each event. </a:t>
            </a:r>
            <a:endParaRPr/>
          </a:p>
          <a:p>
            <a:pPr marL="640080" lvl="1" indent="-246888" algn="l" rtl="0">
              <a:spcBef>
                <a:spcPts val="444"/>
              </a:spcBef>
              <a:spcAft>
                <a:spcPts val="0"/>
              </a:spcAft>
              <a:buSzPct val="85000"/>
              <a:buNone/>
            </a:pPr>
            <a:r>
              <a:rPr lang="en-US"/>
              <a:t>Steps:- 1. Find the next potential event. </a:t>
            </a:r>
            <a:endParaRPr/>
          </a:p>
          <a:p>
            <a:pPr marL="640080" lvl="1" indent="-246888" algn="l" rtl="0">
              <a:spcBef>
                <a:spcPts val="444"/>
              </a:spcBef>
              <a:spcAft>
                <a:spcPts val="0"/>
              </a:spcAft>
              <a:buSzPct val="85000"/>
              <a:buNone/>
            </a:pPr>
            <a:r>
              <a:rPr lang="en-US"/>
              <a:t>2. Select an activity. </a:t>
            </a:r>
            <a:endParaRPr/>
          </a:p>
          <a:p>
            <a:pPr marL="640080" lvl="1" indent="-246888" algn="l" rtl="0">
              <a:spcBef>
                <a:spcPts val="444"/>
              </a:spcBef>
              <a:spcAft>
                <a:spcPts val="0"/>
              </a:spcAft>
              <a:buSzPct val="85000"/>
              <a:buNone/>
            </a:pPr>
            <a:r>
              <a:rPr lang="en-US"/>
              <a:t>3. Test if the event can be executed. </a:t>
            </a:r>
            <a:endParaRPr/>
          </a:p>
          <a:p>
            <a:pPr marL="640080" lvl="1" indent="-246888" algn="l" rtl="0">
              <a:spcBef>
                <a:spcPts val="444"/>
              </a:spcBef>
              <a:spcAft>
                <a:spcPts val="0"/>
              </a:spcAft>
              <a:buSzPct val="85000"/>
              <a:buNone/>
            </a:pPr>
            <a:r>
              <a:rPr lang="en-US"/>
              <a:t>4. Change the system event. </a:t>
            </a:r>
            <a:endParaRPr/>
          </a:p>
          <a:p>
            <a:pPr marL="640080" lvl="1" indent="-246888" algn="l" rtl="0">
              <a:spcBef>
                <a:spcPts val="444"/>
              </a:spcBef>
              <a:spcAft>
                <a:spcPts val="0"/>
              </a:spcAft>
              <a:buSzPct val="85000"/>
              <a:buNone/>
            </a:pPr>
            <a:r>
              <a:rPr lang="en-US"/>
              <a:t>5. Gather statistics. </a:t>
            </a:r>
            <a:endParaRPr/>
          </a:p>
          <a:p>
            <a:pPr marL="640080" lvl="1" indent="-246888" algn="l" rtl="0">
              <a:spcBef>
                <a:spcPts val="444"/>
              </a:spcBef>
              <a:spcAft>
                <a:spcPts val="0"/>
              </a:spcAft>
              <a:buSzPct val="85000"/>
              <a:buNone/>
            </a:pPr>
            <a:r>
              <a:rPr lang="en-US"/>
              <a:t>The simulation will be run until a given number of calls have been processed or until the simulation time has elapsed.</a:t>
            </a:r>
            <a:endParaRPr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5"/>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Simulation of Telephone System..</a:t>
            </a:r>
            <a:endParaRPr/>
          </a:p>
        </p:txBody>
      </p:sp>
      <p:sp>
        <p:nvSpPr>
          <p:cNvPr id="196" name="Google Shape;196;p15"/>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Delayed Call</a:t>
            </a:r>
            <a:endParaRPr/>
          </a:p>
          <a:p>
            <a:pPr marL="640080" lvl="1" indent="-246888" algn="l" rtl="0">
              <a:spcBef>
                <a:spcPts val="480"/>
              </a:spcBef>
              <a:spcAft>
                <a:spcPts val="0"/>
              </a:spcAft>
              <a:buSzPts val="2040"/>
              <a:buChar char="⚫"/>
            </a:pPr>
            <a:r>
              <a:rPr lang="en-US"/>
              <a:t> Suppose the telephone system is modified so that cannot be connected are not loosed instead the wait until they can be connected, they have called as delayed calls.</a:t>
            </a:r>
            <a:endParaRPr/>
          </a:p>
          <a:p>
            <a:pPr marL="640080" lvl="1" indent="-246888" algn="l" rtl="0">
              <a:spcBef>
                <a:spcPts val="480"/>
              </a:spcBef>
              <a:spcAft>
                <a:spcPts val="0"/>
              </a:spcAft>
              <a:buSzPts val="2040"/>
              <a:buChar char="⚫"/>
            </a:pPr>
            <a:r>
              <a:rPr lang="en-US"/>
              <a:t> To keep records of these delayed calls a delayed call list is made. </a:t>
            </a:r>
            <a:endParaRPr/>
          </a:p>
          <a:p>
            <a:pPr marL="640080" lvl="1" indent="-246888" algn="l" rtl="0">
              <a:spcBef>
                <a:spcPts val="480"/>
              </a:spcBef>
              <a:spcAft>
                <a:spcPts val="0"/>
              </a:spcAft>
              <a:buSzPts val="2040"/>
              <a:buChar char="⚫"/>
            </a:pPr>
            <a:r>
              <a:rPr lang="en-US"/>
              <a:t>When a call completely ends, it is necessary to check the delayed call list to see if a waiting call can be connected.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6"/>
          <p:cNvSpPr txBox="1">
            <a:spLocks noGrp="1"/>
          </p:cNvSpPr>
          <p:nvPr>
            <p:ph type="title"/>
          </p:nvPr>
        </p:nvSpPr>
        <p:spPr>
          <a:xfrm>
            <a:off x="457200" y="0"/>
            <a:ext cx="8229600" cy="9906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Gathering statistics</a:t>
            </a:r>
            <a:endParaRPr/>
          </a:p>
        </p:txBody>
      </p:sp>
      <p:sp>
        <p:nvSpPr>
          <p:cNvPr id="202" name="Google Shape;202;p16"/>
          <p:cNvSpPr txBox="1">
            <a:spLocks noGrp="1"/>
          </p:cNvSpPr>
          <p:nvPr>
            <p:ph type="body" idx="1"/>
          </p:nvPr>
        </p:nvSpPr>
        <p:spPr>
          <a:xfrm>
            <a:off x="457200" y="1066800"/>
            <a:ext cx="8229600" cy="52578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The statistics of interested variables has to be gathered during simulation and the selection variables depend on the nature of our simulation studies.</a:t>
            </a:r>
            <a:endParaRPr/>
          </a:p>
          <a:p>
            <a:pPr marL="274320" lvl="0" indent="-274320" algn="l" rtl="0">
              <a:spcBef>
                <a:spcPts val="520"/>
              </a:spcBef>
              <a:spcAft>
                <a:spcPts val="0"/>
              </a:spcAft>
              <a:buSzPts val="2470"/>
              <a:buChar char="⚫"/>
            </a:pPr>
            <a:r>
              <a:rPr lang="en-US"/>
              <a:t> For example </a:t>
            </a:r>
            <a:endParaRPr/>
          </a:p>
          <a:p>
            <a:pPr marL="640080" lvl="1" indent="-246888" algn="l" rtl="0">
              <a:spcBef>
                <a:spcPts val="460"/>
              </a:spcBef>
              <a:spcAft>
                <a:spcPts val="0"/>
              </a:spcAft>
              <a:buSzPts val="1955"/>
              <a:buChar char="⚫"/>
            </a:pPr>
            <a:r>
              <a:rPr lang="en-US" sz="2300" b="1"/>
              <a:t>Counts, </a:t>
            </a:r>
            <a:endParaRPr sz="2300" b="1"/>
          </a:p>
          <a:p>
            <a:pPr marL="640080" lvl="1" indent="-246888" algn="l" rtl="0">
              <a:spcBef>
                <a:spcPts val="460"/>
              </a:spcBef>
              <a:spcAft>
                <a:spcPts val="0"/>
              </a:spcAft>
              <a:buSzPts val="1955"/>
              <a:buChar char="⚫"/>
            </a:pPr>
            <a:r>
              <a:rPr lang="en-US" sz="2300" b="1"/>
              <a:t>Summary measures,</a:t>
            </a:r>
            <a:endParaRPr/>
          </a:p>
          <a:p>
            <a:pPr marL="640080" lvl="1" indent="-246888" algn="l" rtl="0">
              <a:spcBef>
                <a:spcPts val="460"/>
              </a:spcBef>
              <a:spcAft>
                <a:spcPts val="0"/>
              </a:spcAft>
              <a:buSzPts val="1955"/>
              <a:buChar char="⚫"/>
            </a:pPr>
            <a:r>
              <a:rPr lang="en-US" sz="2300" b="1"/>
              <a:t>Utilization, Occupancy</a:t>
            </a:r>
            <a:endParaRPr/>
          </a:p>
          <a:p>
            <a:pPr marL="640080" lvl="1" indent="-246888" algn="l" rtl="0">
              <a:spcBef>
                <a:spcPts val="460"/>
              </a:spcBef>
              <a:spcAft>
                <a:spcPts val="0"/>
              </a:spcAft>
              <a:buSzPts val="1955"/>
              <a:buChar char="⚫"/>
            </a:pPr>
            <a:r>
              <a:rPr lang="en-US" sz="2300" b="1"/>
              <a:t>Transit times etc. </a:t>
            </a:r>
            <a:endParaRPr sz="2300" b="1"/>
          </a:p>
          <a:p>
            <a:pPr marL="640080" lvl="1" indent="-122745" algn="l" rtl="0">
              <a:spcBef>
                <a:spcPts val="460"/>
              </a:spcBef>
              <a:spcAft>
                <a:spcPts val="0"/>
              </a:spcAft>
              <a:buSzPts val="1955"/>
              <a:buNone/>
            </a:pPr>
            <a:endParaRPr sz="2300" b="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7"/>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Gathering statistics</a:t>
            </a:r>
            <a:endParaRPr/>
          </a:p>
        </p:txBody>
      </p:sp>
      <p:sp>
        <p:nvSpPr>
          <p:cNvPr id="208" name="Google Shape;208;p17"/>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85000" lnSpcReduction="20000"/>
          </a:bodyPr>
          <a:lstStyle/>
          <a:p>
            <a:pPr marL="640080" lvl="1" indent="-246888" algn="l" rtl="0">
              <a:spcBef>
                <a:spcPts val="0"/>
              </a:spcBef>
              <a:spcAft>
                <a:spcPts val="0"/>
              </a:spcAft>
              <a:buSzPct val="85000"/>
              <a:buChar char="⚫"/>
            </a:pPr>
            <a:r>
              <a:rPr lang="en-US" sz="2300" b="1"/>
              <a:t>Counts: </a:t>
            </a:r>
            <a:endParaRPr/>
          </a:p>
          <a:p>
            <a:pPr marL="914400" lvl="2" indent="-246887" algn="l" rtl="0">
              <a:spcBef>
                <a:spcPts val="340"/>
              </a:spcBef>
              <a:spcAft>
                <a:spcPts val="0"/>
              </a:spcAft>
              <a:buSzPct val="70000"/>
              <a:buChar char="⚫"/>
            </a:pPr>
            <a:r>
              <a:rPr lang="en-US" sz="2000"/>
              <a:t>are number of entities or events. e.g. No. of devices, No. of links, Blocked call events etc.</a:t>
            </a:r>
            <a:endParaRPr/>
          </a:p>
          <a:p>
            <a:pPr marL="640080" lvl="1" indent="-246888" algn="l" rtl="0">
              <a:spcBef>
                <a:spcPts val="391"/>
              </a:spcBef>
              <a:spcAft>
                <a:spcPts val="0"/>
              </a:spcAft>
              <a:buSzPct val="85000"/>
              <a:buChar char="⚫"/>
            </a:pPr>
            <a:r>
              <a:rPr lang="en-US" sz="2300" b="1"/>
              <a:t> Summary measures: </a:t>
            </a:r>
            <a:endParaRPr/>
          </a:p>
          <a:p>
            <a:pPr marL="914400" lvl="2" indent="-246887" algn="l" rtl="0">
              <a:spcBef>
                <a:spcPts val="340"/>
              </a:spcBef>
              <a:spcAft>
                <a:spcPts val="0"/>
              </a:spcAft>
              <a:buSzPct val="70000"/>
              <a:buChar char="⚫"/>
            </a:pPr>
            <a:r>
              <a:rPr lang="en-US" sz="2000"/>
              <a:t>Extreme values, Mean and standard deviations etc. For example Maximum links in telephone system. </a:t>
            </a:r>
            <a:endParaRPr/>
          </a:p>
          <a:p>
            <a:pPr marL="640080" lvl="1" indent="-246888" algn="l" rtl="0">
              <a:spcBef>
                <a:spcPts val="391"/>
              </a:spcBef>
              <a:spcAft>
                <a:spcPts val="0"/>
              </a:spcAft>
              <a:buSzPct val="85000"/>
              <a:buChar char="⚫"/>
            </a:pPr>
            <a:r>
              <a:rPr lang="en-US" sz="2300" b="1"/>
              <a:t>Utilization: </a:t>
            </a:r>
            <a:endParaRPr/>
          </a:p>
          <a:p>
            <a:pPr marL="914400" lvl="2" indent="-246887" algn="l" rtl="0">
              <a:spcBef>
                <a:spcPts val="340"/>
              </a:spcBef>
              <a:spcAft>
                <a:spcPts val="0"/>
              </a:spcAft>
              <a:buSzPct val="70000"/>
              <a:buChar char="⚫"/>
            </a:pPr>
            <a:r>
              <a:rPr lang="en-US" sz="2000"/>
              <a:t>Fraction or percentage of time that some entities get engaged.</a:t>
            </a:r>
            <a:endParaRPr/>
          </a:p>
          <a:p>
            <a:pPr marL="640080" lvl="1" indent="-246888" algn="l" rtl="0">
              <a:spcBef>
                <a:spcPts val="391"/>
              </a:spcBef>
              <a:spcAft>
                <a:spcPts val="0"/>
              </a:spcAft>
              <a:buSzPct val="85000"/>
              <a:buChar char="⚫"/>
            </a:pPr>
            <a:r>
              <a:rPr lang="en-US" sz="2300" b="1"/>
              <a:t>Occupancy: - </a:t>
            </a:r>
            <a:endParaRPr/>
          </a:p>
          <a:p>
            <a:pPr marL="914400" lvl="2" indent="-246887" algn="l" rtl="0">
              <a:spcBef>
                <a:spcPts val="340"/>
              </a:spcBef>
              <a:spcAft>
                <a:spcPts val="0"/>
              </a:spcAft>
              <a:buSzPct val="70000"/>
              <a:buChar char="⚫"/>
            </a:pPr>
            <a:r>
              <a:rPr lang="en-US" sz="2000"/>
              <a:t>Links available to use. - Fractions or percentage of a group of entities on average. </a:t>
            </a:r>
            <a:endParaRPr/>
          </a:p>
          <a:p>
            <a:pPr marL="640080" lvl="1" indent="-246888" algn="l" rtl="0">
              <a:spcBef>
                <a:spcPts val="391"/>
              </a:spcBef>
              <a:spcAft>
                <a:spcPts val="0"/>
              </a:spcAft>
              <a:buSzPct val="85000"/>
              <a:buChar char="⚫"/>
            </a:pPr>
            <a:r>
              <a:rPr lang="en-US" sz="2300" b="1"/>
              <a:t>Distribution: </a:t>
            </a:r>
            <a:endParaRPr/>
          </a:p>
          <a:p>
            <a:pPr marL="914400" lvl="2" indent="-246887" algn="l" rtl="0">
              <a:spcBef>
                <a:spcPts val="340"/>
              </a:spcBef>
              <a:spcAft>
                <a:spcPts val="0"/>
              </a:spcAft>
              <a:buSzPct val="70000"/>
              <a:buChar char="⚫"/>
            </a:pPr>
            <a:r>
              <a:rPr lang="en-US" sz="2000"/>
              <a:t>Distribution of important values, such as waiting time in SSQM.</a:t>
            </a:r>
            <a:endParaRPr/>
          </a:p>
          <a:p>
            <a:pPr marL="640080" lvl="1" indent="-246888" algn="l" rtl="0">
              <a:spcBef>
                <a:spcPts val="391"/>
              </a:spcBef>
              <a:spcAft>
                <a:spcPts val="0"/>
              </a:spcAft>
              <a:buSzPct val="85000"/>
              <a:buChar char="⚫"/>
            </a:pPr>
            <a:r>
              <a:rPr lang="en-US" sz="2300" b="1"/>
              <a:t>Transit time: </a:t>
            </a:r>
            <a:endParaRPr/>
          </a:p>
          <a:p>
            <a:pPr marL="914400" lvl="2" indent="-246887" algn="l" rtl="0">
              <a:spcBef>
                <a:spcPts val="340"/>
              </a:spcBef>
              <a:spcAft>
                <a:spcPts val="0"/>
              </a:spcAft>
              <a:buSzPct val="70000"/>
              <a:buChar char="⚫"/>
            </a:pPr>
            <a:r>
              <a:rPr lang="en-US" sz="2000"/>
              <a:t>Time taken for an entity to move from one part of the system to the other part. </a:t>
            </a:r>
            <a:endParaRPr/>
          </a:p>
          <a:p>
            <a:pPr marL="914400" lvl="2" indent="-171322" algn="l" rtl="0">
              <a:spcBef>
                <a:spcPts val="340"/>
              </a:spcBef>
              <a:spcAft>
                <a:spcPts val="0"/>
              </a:spcAft>
              <a:buSzPct val="70000"/>
              <a:buNone/>
            </a:pPr>
            <a:endParaRPr sz="2000" b="1"/>
          </a:p>
          <a:p>
            <a:pPr marL="274320" lvl="0" indent="-141001" algn="l" rtl="0">
              <a:spcBef>
                <a:spcPts val="442"/>
              </a:spcBef>
              <a:spcAft>
                <a:spcPts val="0"/>
              </a:spcAft>
              <a:buSzPct val="95000"/>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8"/>
          <p:cNvSpPr txBox="1">
            <a:spLocks noGrp="1"/>
          </p:cNvSpPr>
          <p:nvPr>
            <p:ph type="title"/>
          </p:nvPr>
        </p:nvSpPr>
        <p:spPr>
          <a:xfrm>
            <a:off x="457200" y="152400"/>
            <a:ext cx="8229600" cy="8382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Counter and Summary statistics</a:t>
            </a:r>
            <a:endParaRPr/>
          </a:p>
        </p:txBody>
      </p:sp>
      <p:pic>
        <p:nvPicPr>
          <p:cNvPr id="214" name="Google Shape;214;p18"/>
          <p:cNvPicPr preferRelativeResize="0">
            <a:picLocks noGrp="1"/>
          </p:cNvPicPr>
          <p:nvPr>
            <p:ph type="body" idx="1"/>
          </p:nvPr>
        </p:nvPicPr>
        <p:blipFill rotWithShape="1">
          <a:blip r:embed="rId3">
            <a:alphaModFix/>
          </a:blip>
          <a:srcRect/>
          <a:stretch/>
        </p:blipFill>
        <p:spPr>
          <a:xfrm>
            <a:off x="990600" y="1143000"/>
            <a:ext cx="7467600" cy="481568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9"/>
          <p:cNvSpPr txBox="1">
            <a:spLocks noGrp="1"/>
          </p:cNvSpPr>
          <p:nvPr>
            <p:ph type="title"/>
          </p:nvPr>
        </p:nvSpPr>
        <p:spPr>
          <a:xfrm>
            <a:off x="228600" y="704088"/>
            <a:ext cx="86868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Measuring utilization and occupancy</a:t>
            </a:r>
            <a:endParaRPr/>
          </a:p>
        </p:txBody>
      </p:sp>
      <p:sp>
        <p:nvSpPr>
          <p:cNvPr id="220" name="Google Shape;220;p19"/>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Utilization is a statistics that gives a measure of the load on some entity (Variables). </a:t>
            </a:r>
            <a:endParaRPr/>
          </a:p>
          <a:p>
            <a:pPr marL="274320" lvl="0" indent="-274320" algn="l" rtl="0">
              <a:spcBef>
                <a:spcPts val="520"/>
              </a:spcBef>
              <a:spcAft>
                <a:spcPts val="0"/>
              </a:spcAft>
              <a:buSzPts val="2470"/>
              <a:buChar char="⚫"/>
            </a:pPr>
            <a:r>
              <a:rPr lang="en-US"/>
              <a:t>For example, in TSS what fraction of item i.e. individual line was engaged or busy during the simulation run. </a:t>
            </a:r>
            <a:endParaRPr/>
          </a:p>
          <a:p>
            <a:pPr marL="274320" lvl="0" indent="-274320" algn="l" rtl="0">
              <a:spcBef>
                <a:spcPts val="520"/>
              </a:spcBef>
              <a:spcAft>
                <a:spcPts val="0"/>
              </a:spcAft>
              <a:buSzPts val="2470"/>
              <a:buChar char="⚫"/>
            </a:pPr>
            <a:r>
              <a:rPr lang="en-US"/>
              <a:t>In single server queuing model, the server utilization i.e. the proportion of time the server is busy. </a:t>
            </a:r>
            <a:endParaRPr/>
          </a:p>
          <a:p>
            <a:pPr marL="274320" lvl="0" indent="-117475" algn="l" rtl="0">
              <a:spcBef>
                <a:spcPts val="520"/>
              </a:spcBef>
              <a:spcAft>
                <a:spcPts val="0"/>
              </a:spcAft>
              <a:buSzPts val="2470"/>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0"/>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226" name="Google Shape;226;p20"/>
          <p:cNvPicPr preferRelativeResize="0">
            <a:picLocks noGrp="1"/>
          </p:cNvPicPr>
          <p:nvPr>
            <p:ph type="body" idx="1"/>
          </p:nvPr>
        </p:nvPicPr>
        <p:blipFill rotWithShape="1">
          <a:blip r:embed="rId3">
            <a:alphaModFix/>
          </a:blip>
          <a:srcRect/>
          <a:stretch/>
        </p:blipFill>
        <p:spPr>
          <a:xfrm>
            <a:off x="426720" y="762000"/>
            <a:ext cx="8077200" cy="990600"/>
          </a:xfrm>
          <a:prstGeom prst="rect">
            <a:avLst/>
          </a:prstGeom>
          <a:noFill/>
          <a:ln>
            <a:noFill/>
          </a:ln>
        </p:spPr>
      </p:pic>
      <p:pic>
        <p:nvPicPr>
          <p:cNvPr id="227" name="Google Shape;227;p20"/>
          <p:cNvPicPr preferRelativeResize="0"/>
          <p:nvPr/>
        </p:nvPicPr>
        <p:blipFill rotWithShape="1">
          <a:blip r:embed="rId4">
            <a:alphaModFix/>
          </a:blip>
          <a:srcRect/>
          <a:stretch/>
        </p:blipFill>
        <p:spPr>
          <a:xfrm>
            <a:off x="381000" y="1905000"/>
            <a:ext cx="8153400" cy="478205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1"/>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233" name="Google Shape;233;p21"/>
          <p:cNvPicPr preferRelativeResize="0">
            <a:picLocks noGrp="1"/>
          </p:cNvPicPr>
          <p:nvPr>
            <p:ph type="body" idx="1"/>
          </p:nvPr>
        </p:nvPicPr>
        <p:blipFill rotWithShape="1">
          <a:blip r:embed="rId3">
            <a:alphaModFix/>
          </a:blip>
          <a:srcRect/>
          <a:stretch/>
        </p:blipFill>
        <p:spPr>
          <a:xfrm>
            <a:off x="273143" y="762000"/>
            <a:ext cx="8337457" cy="51816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g18f1b4e5d406dfd_0"/>
          <p:cNvSpPr txBox="1">
            <a:spLocks noGrp="1"/>
          </p:cNvSpPr>
          <p:nvPr>
            <p:ph type="title"/>
          </p:nvPr>
        </p:nvSpPr>
        <p:spPr>
          <a:xfrm>
            <a:off x="457200" y="704088"/>
            <a:ext cx="8229600" cy="1143000"/>
          </a:xfrm>
          <a:prstGeom prst="rect">
            <a:avLst/>
          </a:prstGeom>
        </p:spPr>
        <p:txBody>
          <a:bodyPr spcFirstLastPara="1" wrap="square" lIns="0" tIns="45700" rIns="0" bIns="0" anchor="b" anchorCtr="0">
            <a:normAutofit/>
          </a:bodyPr>
          <a:lstStyle/>
          <a:p>
            <a:pPr marL="0" lvl="0" indent="0" algn="l" rtl="0">
              <a:spcBef>
                <a:spcPts val="0"/>
              </a:spcBef>
              <a:spcAft>
                <a:spcPts val="0"/>
              </a:spcAft>
              <a:buNone/>
            </a:pPr>
            <a:endParaRPr/>
          </a:p>
        </p:txBody>
      </p:sp>
      <p:sp>
        <p:nvSpPr>
          <p:cNvPr id="239" name="Google Shape;239;g18f1b4e5d406dfd_0"/>
          <p:cNvSpPr txBox="1">
            <a:spLocks noGrp="1"/>
          </p:cNvSpPr>
          <p:nvPr>
            <p:ph type="body" idx="1"/>
          </p:nvPr>
        </p:nvSpPr>
        <p:spPr>
          <a:xfrm>
            <a:off x="457200" y="300373"/>
            <a:ext cx="8229600" cy="60240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pic>
        <p:nvPicPr>
          <p:cNvPr id="240" name="Google Shape;240;g18f1b4e5d406dfd_0"/>
          <p:cNvPicPr preferRelativeResize="0"/>
          <p:nvPr/>
        </p:nvPicPr>
        <p:blipFill>
          <a:blip r:embed="rId3">
            <a:alphaModFix/>
          </a:blip>
          <a:stretch>
            <a:fillRect/>
          </a:stretch>
        </p:blipFill>
        <p:spPr>
          <a:xfrm>
            <a:off x="0" y="300375"/>
            <a:ext cx="9144000" cy="6024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2"/>
          <p:cNvSpPr txBox="1">
            <a:spLocks noGrp="1"/>
          </p:cNvSpPr>
          <p:nvPr>
            <p:ph type="title"/>
          </p:nvPr>
        </p:nvSpPr>
        <p:spPr>
          <a:xfrm>
            <a:off x="381000" y="152400"/>
            <a:ext cx="8229600" cy="762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Recording distribution and Transit</a:t>
            </a:r>
            <a:endParaRPr/>
          </a:p>
        </p:txBody>
      </p:sp>
      <p:pic>
        <p:nvPicPr>
          <p:cNvPr id="246" name="Google Shape;246;p22"/>
          <p:cNvPicPr preferRelativeResize="0">
            <a:picLocks noGrp="1"/>
          </p:cNvPicPr>
          <p:nvPr>
            <p:ph type="body" idx="1"/>
          </p:nvPr>
        </p:nvPicPr>
        <p:blipFill rotWithShape="1">
          <a:blip r:embed="rId3">
            <a:alphaModFix/>
          </a:blip>
          <a:srcRect/>
          <a:stretch/>
        </p:blipFill>
        <p:spPr>
          <a:xfrm>
            <a:off x="381000" y="990600"/>
            <a:ext cx="8458200" cy="5715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23"/>
          <p:cNvSpPr txBox="1">
            <a:spLocks noGrp="1"/>
          </p:cNvSpPr>
          <p:nvPr>
            <p:ph type="title"/>
          </p:nvPr>
        </p:nvSpPr>
        <p:spPr>
          <a:xfrm>
            <a:off x="457200" y="-304800"/>
            <a:ext cx="8229600" cy="20574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Discrete Simulation Language </a:t>
            </a:r>
            <a:br>
              <a:rPr lang="en-US"/>
            </a:br>
            <a:r>
              <a:rPr lang="en-US" sz="2400"/>
              <a:t>https://en.wikipedia.org/wiki/List_of_discrete_event_simulation_software</a:t>
            </a:r>
            <a:endParaRPr/>
          </a:p>
        </p:txBody>
      </p:sp>
      <p:pic>
        <p:nvPicPr>
          <p:cNvPr id="252" name="Google Shape;252;p23" descr="Capture.PNG"/>
          <p:cNvPicPr preferRelativeResize="0">
            <a:picLocks noGrp="1"/>
          </p:cNvPicPr>
          <p:nvPr>
            <p:ph type="body" idx="1"/>
          </p:nvPr>
        </p:nvPicPr>
        <p:blipFill rotWithShape="1">
          <a:blip r:embed="rId3">
            <a:alphaModFix/>
          </a:blip>
          <a:srcRect/>
          <a:stretch/>
        </p:blipFill>
        <p:spPr>
          <a:xfrm>
            <a:off x="457200" y="1752600"/>
            <a:ext cx="8229600" cy="44958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4"/>
          <p:cNvSpPr txBox="1">
            <a:spLocks noGrp="1"/>
          </p:cNvSpPr>
          <p:nvPr>
            <p:ph type="title"/>
          </p:nvPr>
        </p:nvSpPr>
        <p:spPr>
          <a:xfrm>
            <a:off x="457200" y="304800"/>
            <a:ext cx="8229600" cy="10668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 Simulation Programming Tasks</a:t>
            </a:r>
            <a:endParaRPr/>
          </a:p>
        </p:txBody>
      </p:sp>
      <p:sp>
        <p:nvSpPr>
          <p:cNvPr id="258" name="Google Shape;258;p24"/>
          <p:cNvSpPr txBox="1">
            <a:spLocks noGrp="1"/>
          </p:cNvSpPr>
          <p:nvPr>
            <p:ph type="body" idx="1"/>
          </p:nvPr>
        </p:nvSpPr>
        <p:spPr>
          <a:xfrm>
            <a:off x="457200" y="1524000"/>
            <a:ext cx="8229600" cy="4800600"/>
          </a:xfrm>
          <a:prstGeom prst="rect">
            <a:avLst/>
          </a:prstGeom>
          <a:noFill/>
          <a:ln>
            <a:noFill/>
          </a:ln>
        </p:spPr>
        <p:txBody>
          <a:bodyPr spcFirstLastPara="1" wrap="square" lIns="91425" tIns="45700" rIns="91425" bIns="45700" anchor="t" anchorCtr="0">
            <a:normAutofit fontScale="85000" lnSpcReduction="20000"/>
          </a:bodyPr>
          <a:lstStyle/>
          <a:p>
            <a:pPr marL="274320" lvl="0" indent="-274320" algn="l" rtl="0">
              <a:spcBef>
                <a:spcPts val="0"/>
              </a:spcBef>
              <a:spcAft>
                <a:spcPts val="0"/>
              </a:spcAft>
              <a:buSzPct val="95000"/>
              <a:buChar char="⚫"/>
            </a:pPr>
            <a:r>
              <a:rPr lang="en-US"/>
              <a:t>There are three main tasks to be performed:</a:t>
            </a:r>
            <a:endParaRPr/>
          </a:p>
          <a:p>
            <a:pPr marL="274320" lvl="0" indent="-141001" algn="l" rtl="0">
              <a:spcBef>
                <a:spcPts val="442"/>
              </a:spcBef>
              <a:spcAft>
                <a:spcPts val="0"/>
              </a:spcAft>
              <a:buSzPct val="95000"/>
              <a:buNone/>
            </a:pPr>
            <a:endParaRPr/>
          </a:p>
          <a:p>
            <a:pPr marL="640080" lvl="1" indent="-246888" algn="l" rtl="0">
              <a:spcBef>
                <a:spcPts val="408"/>
              </a:spcBef>
              <a:spcAft>
                <a:spcPts val="0"/>
              </a:spcAft>
              <a:buSzPct val="85000"/>
              <a:buChar char="⚫"/>
            </a:pPr>
            <a:r>
              <a:rPr lang="en-US" b="1"/>
              <a:t>1. Model generation: </a:t>
            </a:r>
            <a:r>
              <a:rPr lang="en-US"/>
              <a:t>This part includes model generation and initialization. A set of variables for system representation is to be created to show the status of the system state at all the time which is known as system image (state). Some procedures are also to be defined to represent the activities involved in the system which updates the system variable in run time.</a:t>
            </a:r>
            <a:endParaRPr/>
          </a:p>
          <a:p>
            <a:pPr marL="640080" lvl="1" indent="-136779" algn="l" rtl="0">
              <a:spcBef>
                <a:spcPts val="408"/>
              </a:spcBef>
              <a:spcAft>
                <a:spcPts val="0"/>
              </a:spcAft>
              <a:buSzPct val="85000"/>
              <a:buNone/>
            </a:pPr>
            <a:endParaRPr/>
          </a:p>
          <a:p>
            <a:pPr marL="640080" lvl="1" indent="-246888" algn="l" rtl="0">
              <a:spcBef>
                <a:spcPts val="408"/>
              </a:spcBef>
              <a:spcAft>
                <a:spcPts val="0"/>
              </a:spcAft>
              <a:buSzPct val="85000"/>
              <a:buChar char="⚫"/>
            </a:pPr>
            <a:r>
              <a:rPr lang="en-US" b="1"/>
              <a:t> 2. Model simulation: </a:t>
            </a:r>
            <a:r>
              <a:rPr lang="en-US"/>
              <a:t>A simulation algorithm has to be employed to carry out the simulation task. This procedure executes the cycle of predefined actions during simulation. </a:t>
            </a:r>
            <a:endParaRPr/>
          </a:p>
          <a:p>
            <a:pPr marL="640080" lvl="1" indent="-136779" algn="l" rtl="0">
              <a:spcBef>
                <a:spcPts val="408"/>
              </a:spcBef>
              <a:spcAft>
                <a:spcPts val="0"/>
              </a:spcAft>
              <a:buSzPct val="85000"/>
              <a:buNone/>
            </a:pPr>
            <a:endParaRPr/>
          </a:p>
          <a:p>
            <a:pPr marL="640080" lvl="1" indent="-246888" algn="l" rtl="0">
              <a:spcBef>
                <a:spcPts val="408"/>
              </a:spcBef>
              <a:spcAft>
                <a:spcPts val="0"/>
              </a:spcAft>
              <a:buSzPct val="85000"/>
              <a:buChar char="⚫"/>
            </a:pPr>
            <a:r>
              <a:rPr lang="en-US" b="1"/>
              <a:t>3. Report generation: </a:t>
            </a:r>
            <a:r>
              <a:rPr lang="en-US"/>
              <a:t>A report generator gathers the statistics of interested variables and generates the simulation report in an organized way.</a:t>
            </a:r>
            <a:endParaRPr/>
          </a:p>
          <a:p>
            <a:pPr marL="640080" lvl="1" indent="-246888" algn="l" rtl="0">
              <a:spcBef>
                <a:spcPts val="408"/>
              </a:spcBef>
              <a:spcAft>
                <a:spcPts val="0"/>
              </a:spcAft>
              <a:buSzPct val="85000"/>
              <a:buNone/>
            </a:pPr>
            <a:r>
              <a:rPr lang="en-US"/>
              <a:t>	</a:t>
            </a:r>
            <a:endParaRPr/>
          </a:p>
          <a:p>
            <a:pPr marL="640080" lvl="1" indent="-136779" algn="l" rtl="0">
              <a:spcBef>
                <a:spcPts val="408"/>
              </a:spcBef>
              <a:spcAft>
                <a:spcPts val="0"/>
              </a:spcAft>
              <a:buSzPct val="85000"/>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5"/>
          <p:cNvSpPr txBox="1">
            <a:spLocks noGrp="1"/>
          </p:cNvSpPr>
          <p:nvPr>
            <p:ph type="title"/>
          </p:nvPr>
        </p:nvSpPr>
        <p:spPr>
          <a:xfrm>
            <a:off x="457200" y="381000"/>
            <a:ext cx="8229600" cy="13716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Simulation Programming Tasks</a:t>
            </a:r>
            <a:endParaRPr/>
          </a:p>
        </p:txBody>
      </p:sp>
      <p:pic>
        <p:nvPicPr>
          <p:cNvPr id="264" name="Google Shape;264;p25" descr="simulation task.PNG"/>
          <p:cNvPicPr preferRelativeResize="0">
            <a:picLocks noGrp="1"/>
          </p:cNvPicPr>
          <p:nvPr>
            <p:ph type="body" idx="1"/>
          </p:nvPr>
        </p:nvPicPr>
        <p:blipFill rotWithShape="1">
          <a:blip r:embed="rId3">
            <a:alphaModFix/>
          </a:blip>
          <a:srcRect/>
          <a:stretch/>
        </p:blipFill>
        <p:spPr>
          <a:xfrm>
            <a:off x="721018" y="1752600"/>
            <a:ext cx="7889581" cy="38862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6"/>
          <p:cNvSpPr txBox="1">
            <a:spLocks noGrp="1"/>
          </p:cNvSpPr>
          <p:nvPr>
            <p:ph type="title"/>
          </p:nvPr>
        </p:nvSpPr>
        <p:spPr>
          <a:xfrm>
            <a:off x="457200" y="0"/>
            <a:ext cx="8229600" cy="9144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Simulation Programming Tasks</a:t>
            </a:r>
            <a:endParaRPr/>
          </a:p>
        </p:txBody>
      </p:sp>
      <p:pic>
        <p:nvPicPr>
          <p:cNvPr id="270" name="Google Shape;270;p26" descr="sim task.PNG"/>
          <p:cNvPicPr preferRelativeResize="0">
            <a:picLocks noGrp="1"/>
          </p:cNvPicPr>
          <p:nvPr>
            <p:ph type="body" idx="1"/>
          </p:nvPr>
        </p:nvPicPr>
        <p:blipFill rotWithShape="1">
          <a:blip r:embed="rId3">
            <a:alphaModFix/>
          </a:blip>
          <a:srcRect/>
          <a:stretch/>
        </p:blipFill>
        <p:spPr>
          <a:xfrm>
            <a:off x="1852139" y="1066800"/>
            <a:ext cx="5345278" cy="52578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7"/>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Assignment</a:t>
            </a:r>
            <a:endParaRPr/>
          </a:p>
        </p:txBody>
      </p:sp>
      <p:sp>
        <p:nvSpPr>
          <p:cNvPr id="276" name="Google Shape;276;p27"/>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77500" lnSpcReduction="20000"/>
          </a:bodyPr>
          <a:lstStyle/>
          <a:p>
            <a:pPr marL="274320" lvl="0" indent="-274320" algn="l" rtl="0">
              <a:spcBef>
                <a:spcPts val="0"/>
              </a:spcBef>
              <a:spcAft>
                <a:spcPts val="0"/>
              </a:spcAft>
              <a:buSzPct val="95000"/>
              <a:buChar char="⚫"/>
            </a:pPr>
            <a:r>
              <a:rPr lang="en-US"/>
              <a:t>What is state descriptor and discrete even in discrete system simulation? Explain with suitable example.</a:t>
            </a:r>
            <a:endParaRPr/>
          </a:p>
          <a:p>
            <a:pPr marL="274320" lvl="0" indent="-274320" algn="l" rtl="0">
              <a:spcBef>
                <a:spcPts val="403"/>
              </a:spcBef>
              <a:spcAft>
                <a:spcPts val="0"/>
              </a:spcAft>
              <a:buSzPct val="95000"/>
              <a:buChar char="⚫"/>
            </a:pPr>
            <a:r>
              <a:rPr lang="en-US"/>
              <a:t>How is time represented in discrete system simulation? </a:t>
            </a:r>
            <a:endParaRPr/>
          </a:p>
          <a:p>
            <a:pPr marL="274320" lvl="0" indent="-274320" algn="l" rtl="0">
              <a:spcBef>
                <a:spcPts val="403"/>
              </a:spcBef>
              <a:spcAft>
                <a:spcPts val="0"/>
              </a:spcAft>
              <a:buSzPct val="95000"/>
              <a:buChar char="⚫"/>
            </a:pPr>
            <a:r>
              <a:rPr lang="en-US"/>
              <a:t>How are arrival patterns generated in discrete system simulation?</a:t>
            </a:r>
            <a:endParaRPr/>
          </a:p>
          <a:p>
            <a:pPr marL="274320" lvl="0" indent="-274320" algn="l" rtl="0">
              <a:spcBef>
                <a:spcPts val="403"/>
              </a:spcBef>
              <a:spcAft>
                <a:spcPts val="0"/>
              </a:spcAft>
              <a:buSzPct val="95000"/>
              <a:buChar char="⚫"/>
            </a:pPr>
            <a:r>
              <a:rPr lang="en-US"/>
              <a:t>What is lost and delay call system? Explain the simulation of telephone system with necessary state diagrams.</a:t>
            </a:r>
            <a:endParaRPr/>
          </a:p>
          <a:p>
            <a:pPr marL="274320" lvl="0" indent="-274320" algn="l" rtl="0">
              <a:spcBef>
                <a:spcPts val="403"/>
              </a:spcBef>
              <a:spcAft>
                <a:spcPts val="0"/>
              </a:spcAft>
              <a:buSzPct val="95000"/>
              <a:buChar char="⚫"/>
            </a:pPr>
            <a:r>
              <a:rPr lang="en-US"/>
              <a:t>What are the tasks to be performed in simulation programming? Also list out the activities to be performed in execution of simulation algorithm with neat diagram.</a:t>
            </a:r>
            <a:endParaRPr/>
          </a:p>
          <a:p>
            <a:pPr marL="274320" lvl="0" indent="-274320" algn="l" rtl="0">
              <a:spcBef>
                <a:spcPts val="403"/>
              </a:spcBef>
              <a:spcAft>
                <a:spcPts val="0"/>
              </a:spcAft>
              <a:buSzPct val="95000"/>
              <a:buChar char="⚫"/>
            </a:pPr>
            <a:r>
              <a:rPr lang="en-US"/>
              <a:t>Write short notes on:</a:t>
            </a:r>
            <a:endParaRPr/>
          </a:p>
          <a:p>
            <a:pPr marL="640080" lvl="1" indent="-246888" algn="l" rtl="0">
              <a:spcBef>
                <a:spcPts val="372"/>
              </a:spcBef>
              <a:spcAft>
                <a:spcPts val="0"/>
              </a:spcAft>
              <a:buSzPct val="85000"/>
              <a:buChar char="⚫"/>
            </a:pPr>
            <a:r>
              <a:rPr lang="en-US"/>
              <a:t>Gathering Statistics</a:t>
            </a:r>
            <a:endParaRPr/>
          </a:p>
          <a:p>
            <a:pPr marL="640080" lvl="1" indent="-246888" algn="l" rtl="0">
              <a:spcBef>
                <a:spcPts val="372"/>
              </a:spcBef>
              <a:spcAft>
                <a:spcPts val="0"/>
              </a:spcAft>
              <a:buSzPct val="85000"/>
              <a:buChar char="⚫"/>
            </a:pPr>
            <a:r>
              <a:rPr lang="en-US"/>
              <a:t>Counter and Summary Statistics</a:t>
            </a:r>
            <a:endParaRPr/>
          </a:p>
          <a:p>
            <a:pPr marL="640080" lvl="1" indent="-246888" algn="l" rtl="0">
              <a:spcBef>
                <a:spcPts val="372"/>
              </a:spcBef>
              <a:spcAft>
                <a:spcPts val="0"/>
              </a:spcAft>
              <a:buSzPct val="85000"/>
              <a:buChar char="⚫"/>
            </a:pPr>
            <a:r>
              <a:rPr lang="en-US"/>
              <a:t>Measuring Utilization and Occupancy</a:t>
            </a:r>
            <a:endParaRPr/>
          </a:p>
          <a:p>
            <a:pPr marL="640080" lvl="1" indent="-246888" algn="l" rtl="0">
              <a:spcBef>
                <a:spcPts val="372"/>
              </a:spcBef>
              <a:spcAft>
                <a:spcPts val="0"/>
              </a:spcAft>
              <a:buSzPct val="85000"/>
              <a:buChar char="⚫"/>
            </a:pPr>
            <a:r>
              <a:rPr lang="en-US"/>
              <a:t>Recording Distribution and Transit Time</a:t>
            </a:r>
            <a:endParaRPr/>
          </a:p>
          <a:p>
            <a:pPr marL="640080" lvl="1" indent="-246888" algn="l" rtl="0">
              <a:spcBef>
                <a:spcPts val="372"/>
              </a:spcBef>
              <a:spcAft>
                <a:spcPts val="0"/>
              </a:spcAft>
              <a:buSzPct val="85000"/>
              <a:buChar char="⚫"/>
            </a:pPr>
            <a:r>
              <a:rPr lang="en-US"/>
              <a:t>Discrete Simulation Language</a:t>
            </a:r>
            <a:endParaRPr/>
          </a:p>
          <a:p>
            <a:pPr marL="640080" lvl="1" indent="-146494" algn="l" rtl="0">
              <a:spcBef>
                <a:spcPts val="372"/>
              </a:spcBef>
              <a:spcAft>
                <a:spcPts val="0"/>
              </a:spcAft>
              <a:buSzPct val="85000"/>
              <a:buNone/>
            </a:pPr>
            <a:endParaRPr/>
          </a:p>
        </p:txBody>
      </p:sp>
    </p:spTree>
  </p:cSld>
  <p:clrMapOvr>
    <a:masterClrMapping/>
  </p:clrMapOvr>
</p:sld>
</file>

<file path=ppt/theme/theme1.xml><?xml version="1.0" encoding="utf-8"?>
<a:theme xmlns:a="http://schemas.openxmlformats.org/drawingml/2006/main"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1341</Words>
  <Application>Microsoft Office PowerPoint</Application>
  <PresentationFormat>On-screen Show (4:3)</PresentationFormat>
  <Paragraphs>125</Paragraphs>
  <Slides>28</Slides>
  <Notes>28</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28</vt:i4>
      </vt:variant>
    </vt:vector>
  </HeadingPairs>
  <TitlesOfParts>
    <vt:vector size="34" baseType="lpstr">
      <vt:lpstr>Calibri</vt:lpstr>
      <vt:lpstr>Constantia</vt:lpstr>
      <vt:lpstr>Arial</vt:lpstr>
      <vt:lpstr>Noto Sans Symbols</vt:lpstr>
      <vt:lpstr>Flow</vt:lpstr>
      <vt:lpstr>Flow</vt:lpstr>
      <vt:lpstr>Chapter 4 Discrete System Simulation</vt:lpstr>
      <vt:lpstr>Discrete Event Simulation</vt:lpstr>
      <vt:lpstr>Discrete Event Simulation</vt:lpstr>
      <vt:lpstr>Representation of time</vt:lpstr>
      <vt:lpstr>Representation of time..</vt:lpstr>
      <vt:lpstr>Generation of Arrival Pattern</vt:lpstr>
      <vt:lpstr>Generation of Arrival Pattern..</vt:lpstr>
      <vt:lpstr>Simulation of Telephone System</vt:lpstr>
      <vt:lpstr>Simulation of Telephone System</vt:lpstr>
      <vt:lpstr>PowerPoint Presentation</vt:lpstr>
      <vt:lpstr>PowerPoint Presentation</vt:lpstr>
      <vt:lpstr>PowerPoint Presentation</vt:lpstr>
      <vt:lpstr>Simulation of Telephone System..</vt:lpstr>
      <vt:lpstr>Simulation of Telephone System..</vt:lpstr>
      <vt:lpstr>Simulation of Telephone System..</vt:lpstr>
      <vt:lpstr>Gathering statistics</vt:lpstr>
      <vt:lpstr>Gathering statistics</vt:lpstr>
      <vt:lpstr>Counter and Summary statistics</vt:lpstr>
      <vt:lpstr>Measuring utilization and occupancy</vt:lpstr>
      <vt:lpstr>PowerPoint Presentation</vt:lpstr>
      <vt:lpstr>PowerPoint Presentation</vt:lpstr>
      <vt:lpstr>PowerPoint Presentation</vt:lpstr>
      <vt:lpstr>Recording distribution and Transit</vt:lpstr>
      <vt:lpstr>Discrete Simulation Language  https://en.wikipedia.org/wiki/List_of_discrete_event_simulation_software</vt:lpstr>
      <vt:lpstr> Simulation Programming Tasks</vt:lpstr>
      <vt:lpstr>Simulation Programming Tasks</vt:lpstr>
      <vt:lpstr>Simulation Programming Tasks</vt:lpstr>
      <vt:lpstr>Assignment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Discrete System Simulation</dc:title>
  <dc:creator>usre</dc:creator>
  <cp:lastModifiedBy>USER</cp:lastModifiedBy>
  <cp:revision>1</cp:revision>
  <dcterms:created xsi:type="dcterms:W3CDTF">2017-07-10T04:33:38Z</dcterms:created>
  <dcterms:modified xsi:type="dcterms:W3CDTF">2024-05-30T08:52:45Z</dcterms:modified>
</cp:coreProperties>
</file>