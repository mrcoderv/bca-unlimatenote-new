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12.xml.rels" ContentType="application/vnd.openxmlformats-package.relationships+xml"/>
  <Override PartName="/ppt/slideLayouts/_rels/slideLayout4.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12.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1.jpeg" ContentType="image/jpeg"/>
  <Override PartName="/ppt/media/image6.png" ContentType="image/png"/>
  <Override PartName="/ppt/media/image2.jpeg" ContentType="image/jpeg"/>
  <Override PartName="/ppt/media/image3.jpeg" ContentType="image/jpeg"/>
  <Override PartName="/ppt/media/image4.jpeg" ContentType="image/jpeg"/>
  <Override PartName="/ppt/media/image5.png" ContentType="image/png"/>
  <Override PartName="/ppt/media/image8.jpeg" ContentType="image/jpeg"/>
  <Override PartName="/ppt/media/image13.jpeg" ContentType="image/jpeg"/>
  <Override PartName="/ppt/media/image7.jpeg" ContentType="image/jpeg"/>
  <Override PartName="/ppt/media/image11.png" ContentType="image/png"/>
  <Override PartName="/ppt/media/image12.jpeg" ContentType="image/jpeg"/>
  <Override PartName="/ppt/media/image9.jpeg" ContentType="image/jpeg"/>
  <Override PartName="/ppt/media/image10.jpeg" ContentType="image/jpeg"/>
  <Override PartName="/ppt/slides/slide29.xml" ContentType="application/vnd.openxmlformats-officedocument.presentationml.slide+xml"/>
  <Override PartName="/ppt/slides/slide28.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7.xml" ContentType="application/vnd.openxmlformats-officedocument.presentationml.slide+xml"/>
  <Override PartName="/ppt/slides/slide1.xml" ContentType="application/vnd.openxmlformats-officedocument.presentationml.slide+xml"/>
  <Override PartName="/ppt/slides/slide46.xml" ContentType="application/vnd.openxmlformats-officedocument.presentationml.slide+xml"/>
  <Override PartName="/ppt/slides/slide16.xml" ContentType="application/vnd.openxmlformats-officedocument.presentationml.slide+xml"/>
  <Override PartName="/ppt/slides/slide8.xml" ContentType="application/vnd.openxmlformats-officedocument.presentationml.slide+xml"/>
  <Override PartName="/ppt/slides/slide2.xml" ContentType="application/vnd.openxmlformats-officedocument.presentationml.slide+xml"/>
  <Override PartName="/ppt/slides/slide10.xml" ContentType="application/vnd.openxmlformats-officedocument.presentationml.slide+xml"/>
  <Override PartName="/ppt/slides/slide17.xml" ContentType="application/vnd.openxmlformats-officedocument.presentationml.slide+xml"/>
  <Override PartName="/ppt/slides/slide9.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_rels/slide11.xml.rels" ContentType="application/vnd.openxmlformats-package.relationships+xml"/>
  <Override PartName="/ppt/slides/_rels/slide20.xml.rels" ContentType="application/vnd.openxmlformats-package.relationships+xml"/>
  <Override PartName="/ppt/slides/_rels/slide3.xml.rels" ContentType="application/vnd.openxmlformats-package.relationships+xml"/>
  <Override PartName="/ppt/slides/_rels/slide18.xml.rels" ContentType="application/vnd.openxmlformats-package.relationships+xml"/>
  <Override PartName="/ppt/slides/_rels/slide12.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19.xml.rels" ContentType="application/vnd.openxmlformats-package.relationships+xml"/>
  <Override PartName="/ppt/slides/_rels/slide13.xml.rels" ContentType="application/vnd.openxmlformats-package.relationships+xml"/>
  <Override PartName="/ppt/slides/_rels/slide22.xml.rels" ContentType="application/vnd.openxmlformats-package.relationships+xml"/>
  <Override PartName="/ppt/slides/_rels/slide5.xml.rels" ContentType="application/vnd.openxmlformats-package.relationships+xml"/>
  <Override PartName="/ppt/slides/_rels/slide23.xml.rels" ContentType="application/vnd.openxmlformats-package.relationships+xml"/>
  <Override PartName="/ppt/slides/_rels/slide6.xml.rels" ContentType="application/vnd.openxmlformats-package.relationships+xml"/>
  <Override PartName="/ppt/slides/_rels/slide24.xml.rels" ContentType="application/vnd.openxmlformats-package.relationships+xml"/>
  <Override PartName="/ppt/slides/_rels/slide7.xml.rels" ContentType="application/vnd.openxmlformats-package.relationships+xml"/>
  <Override PartName="/ppt/slides/_rels/slide25.xml.rels" ContentType="application/vnd.openxmlformats-package.relationships+xml"/>
  <Override PartName="/ppt/slides/_rels/slide8.xml.rels" ContentType="application/vnd.openxmlformats-package.relationships+xml"/>
  <Override PartName="/ppt/slides/_rels/slide46.xml.rels" ContentType="application/vnd.openxmlformats-package.relationships+xml"/>
  <Override PartName="/ppt/slides/_rels/slide10.xml.rels" ContentType="application/vnd.openxmlformats-package.relationships+xml"/>
  <Override PartName="/ppt/slides/_rels/slide45.xml.rels" ContentType="application/vnd.openxmlformats-package.relationships+xml"/>
  <Override PartName="/ppt/slides/_rels/slide9.xml.rels" ContentType="application/vnd.openxmlformats-package.relationships+xml"/>
  <Override PartName="/ppt/slides/_rels/slide26.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27.xml.rels" ContentType="application/vnd.openxmlformats-package.relationships+xml"/>
  <Override PartName="/ppt/slides/_rels/slide16.xml.rels" ContentType="application/vnd.openxmlformats-package.relationships+xml"/>
  <Override PartName="/ppt/slides/_rels/slide1.xml.rels" ContentType="application/vnd.openxmlformats-package.relationships+xml"/>
  <Override PartName="/ppt/slides/_rels/slide36.xml.rels" ContentType="application/vnd.openxmlformats-package.relationships+xml"/>
  <Override PartName="/ppt/slides/_rels/slide28.xml.rels" ContentType="application/vnd.openxmlformats-package.relationships+xml"/>
  <Override PartName="/ppt/slides/_rels/slide30.xml.rels" ContentType="application/vnd.openxmlformats-package.relationships+xml"/>
  <Override PartName="/ppt/slides/_rels/slide17.xml.rels" ContentType="application/vnd.openxmlformats-package.relationships+xml"/>
  <Override PartName="/ppt/slides/_rels/slide2.xml.rels" ContentType="application/vnd.openxmlformats-package.relationships+xml"/>
  <Override PartName="/ppt/slides/_rels/slide37.xml.rels" ContentType="application/vnd.openxmlformats-package.relationships+xml"/>
  <Override PartName="/ppt/slides/_rels/slide29.xml.rels" ContentType="application/vnd.openxmlformats-package.relationships+xml"/>
  <Override PartName="/ppt/slides/_rels/slide31.xml.rels" ContentType="application/vnd.openxmlformats-package.relationships+xml"/>
  <Override PartName="/ppt/slides/_rels/slide34.xml.rels" ContentType="application/vnd.openxmlformats-package.relationships+xml"/>
  <Override PartName="/ppt/slides/_rels/slide35.xml.rels" ContentType="application/vnd.openxmlformats-package.relationships+xml"/>
  <Override PartName="/ppt/slides/_rels/slide38.xml.rels" ContentType="application/vnd.openxmlformats-package.relationships+xml"/>
  <Override PartName="/ppt/slides/_rels/slide40.xml.rels" ContentType="application/vnd.openxmlformats-package.relationships+xml"/>
  <Override PartName="/ppt/slides/_rels/slide39.xml.rels" ContentType="application/vnd.openxmlformats-package.relationships+xml"/>
  <Override PartName="/ppt/slides/_rels/slide41.xml.rels" ContentType="application/vnd.openxmlformats-package.relationships+xml"/>
  <Override PartName="/ppt/slides/_rels/slide42.xml.rels" ContentType="application/vnd.openxmlformats-package.relationships+xml"/>
  <Override PartName="/ppt/slides/_rels/slide43.xml.rels" ContentType="application/vnd.openxmlformats-package.relationships+xml"/>
  <Override PartName="/ppt/slides/_rels/slide44.xml.rels" ContentType="application/vnd.openxmlformats-package.relationships+xml"/>
  <Override PartName="/ppt/slides/_rels/slide33.xml.rels" ContentType="application/vnd.openxmlformats-package.relationships+xml"/>
  <Override PartName="/ppt/slides/_rels/slide32.xml.rels" ContentType="application/vnd.openxmlformats-package.relationships+xml"/>
  <Override PartName="/ppt/slides/slide38.xml" ContentType="application/vnd.openxmlformats-officedocument.presentationml.slide+xml"/>
  <Override PartName="/ppt/slides/slide40.xml" ContentType="application/vnd.openxmlformats-officedocument.presentationml.slide+xml"/>
  <Override PartName="/ppt/slides/slide39.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33.xml" ContentType="application/vnd.openxmlformats-officedocument.presentationml.slide+xml"/>
  <Override PartName="/ppt/slides/slide45.xml" ContentType="application/vnd.openxmlformats-officedocument.presentationml.slide+xml"/>
  <Override PartName="/ppt/slides/slide32.xml" ContentType="application/vnd.openxmlformats-officedocument.presentationml.slide+xml"/>
  <Override PartName="/ppt/slides/slide31.xml" ContentType="application/vnd.openxmlformats-officedocument.presentationml.slide+xml"/>
  <Override PartName="/ppt/slides/slide30.xml" ContentType="application/vnd.openxmlformats-officedocument.presentationml.slide+xml"/>
  <Override PartName="/ppt/slides/slide25.xml" ContentType="application/vnd.openxmlformats-officedocument.presentationml.slide+xml"/>
  <Override PartName="/ppt/slides/slide24.xml" ContentType="application/vnd.openxmlformats-officedocument.presentationml.slide+xml"/>
  <Override PartName="/ppt/slides/slide23.xml" ContentType="application/vnd.openxmlformats-officedocument.presentationml.slide+xml"/>
  <Override PartName="/ppt/slides/slide22.xml" ContentType="application/vnd.openxmlformats-officedocument.presentationml.slide+xml"/>
  <Override PartName="/ppt/slides/slide13.xml" ContentType="application/vnd.openxmlformats-officedocument.presentationml.slide+xml"/>
  <Override PartName="/ppt/slides/slide5.xml" ContentType="application/vnd.openxmlformats-officedocument.presentationml.slide+xml"/>
  <Override PartName="/ppt/slides/slide19.xml" ContentType="application/vnd.openxmlformats-officedocument.presentationml.slide+xml"/>
  <Override PartName="/ppt/slides/slide21.xml" ContentType="application/vnd.openxmlformats-officedocument.presentationml.slide+xml"/>
  <Override PartName="/ppt/slides/slide12.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11.xml" ContentType="application/vnd.openxmlformats-officedocument.presentationml.slide+xml"/>
  <Override PartName="/ppt/notesSlides/_rels/notesSlide7.xml.rels" ContentType="application/vnd.openxmlformats-package.relationships+xml"/>
  <Override PartName="/ppt/notesSlides/notesSlide7.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7" r:id="rId6"/>
    <p:sldMasterId id="2147483659" r:id="rId7"/>
    <p:sldMasterId id="2147483661" r:id="rId8"/>
    <p:sldMasterId id="2147483663" r:id="rId9"/>
    <p:sldMasterId id="2147483665" r:id="rId10"/>
    <p:sldMasterId id="2147483667" r:id="rId11"/>
    <p:sldMasterId id="2147483669" r:id="rId12"/>
  </p:sldMasterIdLst>
  <p:notesMasterIdLst>
    <p:notesMasterId r:id="rId13"/>
  </p:notesMasterIdLst>
  <p:sldIdLst>
    <p:sldId id="256" r:id="rId14"/>
    <p:sldId id="257" r:id="rId15"/>
    <p:sldId id="258" r:id="rId16"/>
    <p:sldId id="259" r:id="rId17"/>
    <p:sldId id="260" r:id="rId18"/>
    <p:sldId id="261" r:id="rId19"/>
    <p:sldId id="262" r:id="rId20"/>
    <p:sldId id="263" r:id="rId21"/>
    <p:sldId id="264" r:id="rId22"/>
    <p:sldId id="265" r:id="rId23"/>
    <p:sldId id="266" r:id="rId24"/>
    <p:sldId id="267" r:id="rId25"/>
    <p:sldId id="268" r:id="rId26"/>
    <p:sldId id="269" r:id="rId27"/>
    <p:sldId id="270" r:id="rId28"/>
    <p:sldId id="271" r:id="rId29"/>
    <p:sldId id="272" r:id="rId30"/>
    <p:sldId id="273" r:id="rId31"/>
    <p:sldId id="274" r:id="rId32"/>
    <p:sldId id="275" r:id="rId33"/>
    <p:sldId id="276" r:id="rId34"/>
    <p:sldId id="277" r:id="rId35"/>
    <p:sldId id="278" r:id="rId36"/>
    <p:sldId id="279" r:id="rId37"/>
    <p:sldId id="280" r:id="rId38"/>
    <p:sldId id="281" r:id="rId39"/>
    <p:sldId id="282" r:id="rId40"/>
    <p:sldId id="283" r:id="rId41"/>
    <p:sldId id="284" r:id="rId42"/>
    <p:sldId id="285" r:id="rId43"/>
    <p:sldId id="286" r:id="rId44"/>
    <p:sldId id="287" r:id="rId45"/>
    <p:sldId id="288" r:id="rId46"/>
    <p:sldId id="289" r:id="rId47"/>
    <p:sldId id="290" r:id="rId48"/>
    <p:sldId id="291" r:id="rId49"/>
    <p:sldId id="292" r:id="rId50"/>
    <p:sldId id="293" r:id="rId51"/>
    <p:sldId id="294" r:id="rId52"/>
    <p:sldId id="295" r:id="rId53"/>
    <p:sldId id="296" r:id="rId54"/>
    <p:sldId id="297" r:id="rId55"/>
    <p:sldId id="298" r:id="rId56"/>
    <p:sldId id="299" r:id="rId57"/>
    <p:sldId id="300" r:id="rId58"/>
    <p:sldId id="301" r:id="rId59"/>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notesMaster" Target="notesMasters/notesMaster1.xml"/><Relationship Id="rId14" Type="http://schemas.openxmlformats.org/officeDocument/2006/relationships/slide" Target="slides/slide1.xml"/><Relationship Id="rId15" Type="http://schemas.openxmlformats.org/officeDocument/2006/relationships/slide" Target="slides/slide2.xml"/><Relationship Id="rId16" Type="http://schemas.openxmlformats.org/officeDocument/2006/relationships/slide" Target="slides/slide3.xml"/><Relationship Id="rId17" Type="http://schemas.openxmlformats.org/officeDocument/2006/relationships/slide" Target="slides/slide4.xml"/><Relationship Id="rId18" Type="http://schemas.openxmlformats.org/officeDocument/2006/relationships/slide" Target="slides/slide5.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slide" Target="slides/slide8.xml"/><Relationship Id="rId22" Type="http://schemas.openxmlformats.org/officeDocument/2006/relationships/slide" Target="slides/slide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12.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15.xml"/><Relationship Id="rId29" Type="http://schemas.openxmlformats.org/officeDocument/2006/relationships/slide" Target="slides/slide16.xml"/><Relationship Id="rId30" Type="http://schemas.openxmlformats.org/officeDocument/2006/relationships/slide" Target="slides/slide17.xml"/><Relationship Id="rId31" Type="http://schemas.openxmlformats.org/officeDocument/2006/relationships/slide" Target="slides/slide18.xml"/><Relationship Id="rId32" Type="http://schemas.openxmlformats.org/officeDocument/2006/relationships/slide" Target="slides/slide19.xml"/><Relationship Id="rId33" Type="http://schemas.openxmlformats.org/officeDocument/2006/relationships/slide" Target="slides/slide20.xml"/><Relationship Id="rId34" Type="http://schemas.openxmlformats.org/officeDocument/2006/relationships/slide" Target="slides/slide21.xml"/><Relationship Id="rId35" Type="http://schemas.openxmlformats.org/officeDocument/2006/relationships/slide" Target="slides/slide22.xml"/><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slide" Target="slides/slide25.xml"/><Relationship Id="rId39" Type="http://schemas.openxmlformats.org/officeDocument/2006/relationships/slide" Target="slides/slide26.xml"/><Relationship Id="rId40" Type="http://schemas.openxmlformats.org/officeDocument/2006/relationships/slide" Target="slides/slide27.xml"/><Relationship Id="rId41" Type="http://schemas.openxmlformats.org/officeDocument/2006/relationships/slide" Target="slides/slide28.xml"/><Relationship Id="rId42" Type="http://schemas.openxmlformats.org/officeDocument/2006/relationships/slide" Target="slides/slide29.xml"/><Relationship Id="rId43" Type="http://schemas.openxmlformats.org/officeDocument/2006/relationships/slide" Target="slides/slide30.xml"/><Relationship Id="rId44" Type="http://schemas.openxmlformats.org/officeDocument/2006/relationships/slide" Target="slides/slide31.xml"/><Relationship Id="rId45" Type="http://schemas.openxmlformats.org/officeDocument/2006/relationships/slide" Target="slides/slide32.xml"/><Relationship Id="rId46" Type="http://schemas.openxmlformats.org/officeDocument/2006/relationships/slide" Target="slides/slide33.xml"/><Relationship Id="rId47" Type="http://schemas.openxmlformats.org/officeDocument/2006/relationships/slide" Target="slides/slide34.xml"/><Relationship Id="rId48" Type="http://schemas.openxmlformats.org/officeDocument/2006/relationships/slide" Target="slides/slide35.xml"/><Relationship Id="rId49" Type="http://schemas.openxmlformats.org/officeDocument/2006/relationships/slide" Target="slides/slide36.xml"/><Relationship Id="rId50" Type="http://schemas.openxmlformats.org/officeDocument/2006/relationships/slide" Target="slides/slide37.xml"/><Relationship Id="rId51" Type="http://schemas.openxmlformats.org/officeDocument/2006/relationships/slide" Target="slides/slide38.xml"/><Relationship Id="rId52" Type="http://schemas.openxmlformats.org/officeDocument/2006/relationships/slide" Target="slides/slide39.xml"/><Relationship Id="rId53" Type="http://schemas.openxmlformats.org/officeDocument/2006/relationships/slide" Target="slides/slide40.xml"/><Relationship Id="rId54" Type="http://schemas.openxmlformats.org/officeDocument/2006/relationships/slide" Target="slides/slide41.xml"/><Relationship Id="rId55" Type="http://schemas.openxmlformats.org/officeDocument/2006/relationships/slide" Target="slides/slide42.xml"/><Relationship Id="rId56" Type="http://schemas.openxmlformats.org/officeDocument/2006/relationships/slide" Target="slides/slide43.xml"/><Relationship Id="rId57" Type="http://schemas.openxmlformats.org/officeDocument/2006/relationships/slide" Target="slides/slide44.xml"/><Relationship Id="rId58" Type="http://schemas.openxmlformats.org/officeDocument/2006/relationships/slide" Target="slides/slide45.xml"/><Relationship Id="rId59" Type="http://schemas.openxmlformats.org/officeDocument/2006/relationships/slide" Target="slides/slide46.xml"/><Relationship Id="rId60"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r>
              <a:rPr b="0" lang="en-US" sz="1800" spc="-1" strike="noStrike">
                <a:solidFill>
                  <a:schemeClr val="dk1"/>
                </a:solidFill>
                <a:latin typeface="Calibri"/>
              </a:rPr>
              <a:t>Click to move the slide</a:t>
            </a:r>
            <a:endParaRPr b="0" lang="en-US" sz="1800" spc="-1" strike="noStrike">
              <a:solidFill>
                <a:schemeClr val="dk1"/>
              </a:solidFill>
              <a:latin typeface="Calibri"/>
            </a:endParaRPr>
          </a:p>
        </p:txBody>
      </p:sp>
      <p:sp>
        <p:nvSpPr>
          <p:cNvPr id="67"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68"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69" name="PlaceHolder 4"/>
          <p:cNvSpPr>
            <a:spLocks noGrp="1"/>
          </p:cNvSpPr>
          <p:nvPr>
            <p:ph type="dt" idx="34"/>
          </p:nvPr>
        </p:nvSpPr>
        <p:spPr>
          <a:xfrm>
            <a:off x="4278960" y="0"/>
            <a:ext cx="3280680" cy="53424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70" name="PlaceHolder 5"/>
          <p:cNvSpPr>
            <a:spLocks noGrp="1"/>
          </p:cNvSpPr>
          <p:nvPr>
            <p:ph type="ftr" idx="35"/>
          </p:nvPr>
        </p:nvSpPr>
        <p:spPr>
          <a:xfrm>
            <a:off x="0" y="10157400"/>
            <a:ext cx="3280680" cy="53424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1" name="PlaceHolder 6"/>
          <p:cNvSpPr>
            <a:spLocks noGrp="1"/>
          </p:cNvSpPr>
          <p:nvPr>
            <p:ph type="sldNum" idx="36"/>
          </p:nvPr>
        </p:nvSpPr>
        <p:spPr>
          <a:xfrm>
            <a:off x="4278960" y="10157400"/>
            <a:ext cx="3280680" cy="53424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60F36994-7B76-4D22-99E5-DCF5F4296898}"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0" name="PlaceHolder 1"/>
          <p:cNvSpPr>
            <a:spLocks noGrp="1"/>
          </p:cNvSpPr>
          <p:nvPr>
            <p:ph type="sldImg"/>
          </p:nvPr>
        </p:nvSpPr>
        <p:spPr>
          <a:xfrm>
            <a:off x="685800" y="1143000"/>
            <a:ext cx="5486040" cy="3085920"/>
          </a:xfrm>
          <a:prstGeom prst="rect">
            <a:avLst/>
          </a:prstGeom>
          <a:ln w="0">
            <a:noFill/>
          </a:ln>
        </p:spPr>
      </p:sp>
      <p:sp>
        <p:nvSpPr>
          <p:cNvPr id="13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132" name="PlaceHolder 3"/>
          <p:cNvSpPr>
            <a:spLocks noGrp="1"/>
          </p:cNvSpPr>
          <p:nvPr>
            <p:ph type="sldNum" idx="37"/>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BDB03F28-9F55-4603-BEB3-D1BB5FD7E3BB}"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838080" y="365040"/>
            <a:ext cx="10515240" cy="13251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6" name="PlaceHolder 2"/>
          <p:cNvSpPr>
            <a:spLocks noGrp="1"/>
          </p:cNvSpPr>
          <p:nvPr>
            <p:ph type="subTitle"/>
          </p:nvPr>
        </p:nvSpPr>
        <p:spPr>
          <a:xfrm>
            <a:off x="838080" y="1825560"/>
            <a:ext cx="10515240" cy="435096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3AA52F37-2403-403A-BE7B-F982FAC8986B}" type="slidenum">
              <a:t>&lt;#&gt;</a:t>
            </a:fld>
          </a:p>
        </p:txBody>
      </p:sp>
      <p:sp>
        <p:nvSpPr>
          <p:cNvPr id="6" name="PlaceHolder 5"/>
          <p:cNvSpPr>
            <a:spLocks noGrp="1"/>
          </p:cNvSpPr>
          <p:nvPr>
            <p:ph type="dt" idx="1"/>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p>
            <a:r>
              <a:t>Footer</a:t>
            </a:r>
          </a:p>
        </p:txBody>
      </p:sp>
      <p:sp>
        <p:nvSpPr>
          <p:cNvPr id="3" name="PlaceHolder 2"/>
          <p:cNvSpPr>
            <a:spLocks noGrp="1"/>
          </p:cNvSpPr>
          <p:nvPr>
            <p:ph type="sldNum" idx="6"/>
          </p:nvPr>
        </p:nvSpPr>
        <p:spPr/>
        <p:txBody>
          <a:bodyPr/>
          <a:p>
            <a:fld id="{D18EFC02-9F42-46BB-8851-44DC9AA0A838}" type="slidenum">
              <a:t>&lt;#&gt;</a:t>
            </a:fld>
          </a:p>
        </p:txBody>
      </p:sp>
      <p:sp>
        <p:nvSpPr>
          <p:cNvPr id="4" name="PlaceHolder 3"/>
          <p:cNvSpPr>
            <a:spLocks noGrp="1"/>
          </p:cNvSpPr>
          <p:nvPr>
            <p:ph type="dt" idx="4"/>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8"/>
          </p:nvPr>
        </p:nvSpPr>
        <p:spPr/>
        <p:txBody>
          <a:bodyPr/>
          <a:p>
            <a:r>
              <a:t>Footer</a:t>
            </a:r>
          </a:p>
        </p:txBody>
      </p:sp>
      <p:sp>
        <p:nvSpPr>
          <p:cNvPr id="3" name="PlaceHolder 2"/>
          <p:cNvSpPr>
            <a:spLocks noGrp="1"/>
          </p:cNvSpPr>
          <p:nvPr>
            <p:ph type="sldNum" idx="9"/>
          </p:nvPr>
        </p:nvSpPr>
        <p:spPr/>
        <p:txBody>
          <a:bodyPr/>
          <a:p>
            <a:fld id="{B8E2B940-6A5B-4712-9A3D-292A0A838EA8}" type="slidenum">
              <a:t>&lt;#&gt;</a:t>
            </a:fld>
          </a:p>
        </p:txBody>
      </p:sp>
      <p:sp>
        <p:nvSpPr>
          <p:cNvPr id="4" name="PlaceHolder 3"/>
          <p:cNvSpPr>
            <a:spLocks noGrp="1"/>
          </p:cNvSpPr>
          <p:nvPr>
            <p:ph type="dt" idx="7"/>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838080" y="365040"/>
            <a:ext cx="10515240" cy="13251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23" name="PlaceHolder 2"/>
          <p:cNvSpPr>
            <a:spLocks noGrp="1"/>
          </p:cNvSpPr>
          <p:nvPr>
            <p:ph/>
          </p:nvPr>
        </p:nvSpPr>
        <p:spPr>
          <a:xfrm>
            <a:off x="838080" y="1825560"/>
            <a:ext cx="10515240" cy="4350960"/>
          </a:xfrm>
          <a:prstGeom prst="rect">
            <a:avLst/>
          </a:prstGeom>
          <a:noFill/>
          <a:ln w="0">
            <a:noFill/>
          </a:ln>
        </p:spPr>
        <p:txBody>
          <a:bodyPr lIns="0" rIns="0" tIns="0" bIns="0" anchor="t">
            <a:normAutofit/>
          </a:bodyPr>
          <a:p>
            <a:pPr indent="0">
              <a:lnSpc>
                <a:spcPct val="90000"/>
              </a:lnSpc>
              <a:spcBef>
                <a:spcPts val="1417"/>
              </a:spcBef>
              <a:buNone/>
            </a:pPr>
            <a:endParaRPr b="0" lang="en-US" sz="2800" spc="-1" strike="noStrike">
              <a:solidFill>
                <a:schemeClr val="dk1"/>
              </a:solidFill>
              <a:latin typeface="Calibri"/>
            </a:endParaRPr>
          </a:p>
        </p:txBody>
      </p:sp>
      <p:sp>
        <p:nvSpPr>
          <p:cNvPr id="4" name="PlaceHolder 3"/>
          <p:cNvSpPr>
            <a:spLocks noGrp="1"/>
          </p:cNvSpPr>
          <p:nvPr>
            <p:ph type="ftr" idx="11"/>
          </p:nvPr>
        </p:nvSpPr>
        <p:spPr/>
        <p:txBody>
          <a:bodyPr/>
          <a:p>
            <a:r>
              <a:t>Footer</a:t>
            </a:r>
          </a:p>
        </p:txBody>
      </p:sp>
      <p:sp>
        <p:nvSpPr>
          <p:cNvPr id="5" name="PlaceHolder 4"/>
          <p:cNvSpPr>
            <a:spLocks noGrp="1"/>
          </p:cNvSpPr>
          <p:nvPr>
            <p:ph type="sldNum" idx="12"/>
          </p:nvPr>
        </p:nvSpPr>
        <p:spPr/>
        <p:txBody>
          <a:bodyPr/>
          <a:p>
            <a:fld id="{1EC2726C-134B-46D5-B026-685DA088B145}" type="slidenum">
              <a:t>&lt;#&gt;</a:t>
            </a:fld>
          </a:p>
        </p:txBody>
      </p:sp>
      <p:sp>
        <p:nvSpPr>
          <p:cNvPr id="6" name="PlaceHolder 5"/>
          <p:cNvSpPr>
            <a:spLocks noGrp="1"/>
          </p:cNvSpPr>
          <p:nvPr>
            <p:ph type="dt" idx="10"/>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and Content">
    <p:spTree>
      <p:nvGrpSpPr>
        <p:cNvPr id="1" name=""/>
        <p:cNvGrpSpPr/>
        <p:nvPr/>
      </p:nvGrpSpPr>
      <p:grpSpPr>
        <a:xfrm>
          <a:off x="0" y="0"/>
          <a:ext cx="0" cy="0"/>
          <a:chOff x="0" y="0"/>
          <a:chExt cx="0" cy="0"/>
        </a:xfrm>
      </p:grpSpPr>
      <p:sp>
        <p:nvSpPr>
          <p:cNvPr id="2" name="PlaceHolder 1"/>
          <p:cNvSpPr>
            <a:spLocks noGrp="1"/>
          </p:cNvSpPr>
          <p:nvPr>
            <p:ph type="ftr" idx="11"/>
          </p:nvPr>
        </p:nvSpPr>
        <p:spPr/>
        <p:txBody>
          <a:bodyPr/>
          <a:p>
            <a:r>
              <a:t>Footer</a:t>
            </a:r>
          </a:p>
        </p:txBody>
      </p:sp>
      <p:sp>
        <p:nvSpPr>
          <p:cNvPr id="3" name="PlaceHolder 2"/>
          <p:cNvSpPr>
            <a:spLocks noGrp="1"/>
          </p:cNvSpPr>
          <p:nvPr>
            <p:ph type="sldNum" idx="12"/>
          </p:nvPr>
        </p:nvSpPr>
        <p:spPr/>
        <p:txBody>
          <a:bodyPr/>
          <a:p>
            <a:fld id="{877F809E-9E9B-4A11-AB46-2213F27848CF}" type="slidenum">
              <a:t>&lt;#&gt;</a:t>
            </a:fld>
          </a:p>
        </p:txBody>
      </p:sp>
      <p:sp>
        <p:nvSpPr>
          <p:cNvPr id="4" name="PlaceHolder 3"/>
          <p:cNvSpPr>
            <a:spLocks noGrp="1"/>
          </p:cNvSpPr>
          <p:nvPr>
            <p:ph type="dt" idx="10"/>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4"/>
          </p:nvPr>
        </p:nvSpPr>
        <p:spPr/>
        <p:txBody>
          <a:bodyPr/>
          <a:p>
            <a:r>
              <a:t>Footer</a:t>
            </a:r>
          </a:p>
        </p:txBody>
      </p:sp>
      <p:sp>
        <p:nvSpPr>
          <p:cNvPr id="3" name="PlaceHolder 2"/>
          <p:cNvSpPr>
            <a:spLocks noGrp="1"/>
          </p:cNvSpPr>
          <p:nvPr>
            <p:ph type="sldNum" idx="15"/>
          </p:nvPr>
        </p:nvSpPr>
        <p:spPr/>
        <p:txBody>
          <a:bodyPr/>
          <a:p>
            <a:fld id="{91F192E5-15FB-429F-A998-D5D5DA413633}" type="slidenum">
              <a:t>&lt;#&gt;</a:t>
            </a:fld>
          </a:p>
        </p:txBody>
      </p:sp>
      <p:sp>
        <p:nvSpPr>
          <p:cNvPr id="4" name="PlaceHolder 3"/>
          <p:cNvSpPr>
            <a:spLocks noGrp="1"/>
          </p:cNvSpPr>
          <p:nvPr>
            <p:ph type="dt" idx="13"/>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35" name="PlaceHolder 1"/>
          <p:cNvSpPr>
            <a:spLocks noGrp="1"/>
          </p:cNvSpPr>
          <p:nvPr>
            <p:ph type="title"/>
          </p:nvPr>
        </p:nvSpPr>
        <p:spPr>
          <a:xfrm>
            <a:off x="838080" y="365040"/>
            <a:ext cx="10515240" cy="13251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6" name="PlaceHolder 2"/>
          <p:cNvSpPr>
            <a:spLocks noGrp="1"/>
          </p:cNvSpPr>
          <p:nvPr>
            <p:ph/>
          </p:nvPr>
        </p:nvSpPr>
        <p:spPr>
          <a:xfrm>
            <a:off x="838080" y="1825560"/>
            <a:ext cx="5131080" cy="4350960"/>
          </a:xfrm>
          <a:prstGeom prst="rect">
            <a:avLst/>
          </a:prstGeom>
          <a:noFill/>
          <a:ln w="0">
            <a:noFill/>
          </a:ln>
        </p:spPr>
        <p:txBody>
          <a:bodyPr lIns="0" rIns="0" tIns="0" bIns="0" anchor="t">
            <a:normAutofit/>
          </a:bodyPr>
          <a:p>
            <a:pPr indent="0">
              <a:lnSpc>
                <a:spcPct val="90000"/>
              </a:lnSpc>
              <a:spcBef>
                <a:spcPts val="1417"/>
              </a:spcBef>
              <a:buNone/>
            </a:pPr>
            <a:endParaRPr b="0" lang="en-US" sz="2800" spc="-1" strike="noStrike">
              <a:solidFill>
                <a:schemeClr val="dk1"/>
              </a:solidFill>
              <a:latin typeface="Calibri"/>
            </a:endParaRPr>
          </a:p>
        </p:txBody>
      </p:sp>
      <p:sp>
        <p:nvSpPr>
          <p:cNvPr id="37" name="PlaceHolder 3"/>
          <p:cNvSpPr>
            <a:spLocks noGrp="1"/>
          </p:cNvSpPr>
          <p:nvPr>
            <p:ph/>
          </p:nvPr>
        </p:nvSpPr>
        <p:spPr>
          <a:xfrm>
            <a:off x="6226200" y="1825560"/>
            <a:ext cx="5131080" cy="4350960"/>
          </a:xfrm>
          <a:prstGeom prst="rect">
            <a:avLst/>
          </a:prstGeom>
          <a:noFill/>
          <a:ln w="0">
            <a:noFill/>
          </a:ln>
        </p:spPr>
        <p:txBody>
          <a:bodyPr lIns="0" rIns="0" tIns="0" bIns="0" anchor="t">
            <a:normAutofit/>
          </a:bodyPr>
          <a:p>
            <a:pPr indent="0">
              <a:lnSpc>
                <a:spcPct val="90000"/>
              </a:lnSpc>
              <a:spcBef>
                <a:spcPts val="1417"/>
              </a:spcBef>
              <a:buNone/>
            </a:pPr>
            <a:endParaRPr b="0" lang="en-US" sz="2800" spc="-1" strike="noStrike">
              <a:solidFill>
                <a:schemeClr val="dk1"/>
              </a:solidFill>
              <a:latin typeface="Calibri"/>
            </a:endParaRPr>
          </a:p>
        </p:txBody>
      </p:sp>
      <p:sp>
        <p:nvSpPr>
          <p:cNvPr id="5" name="PlaceHolder 4"/>
          <p:cNvSpPr>
            <a:spLocks noGrp="1"/>
          </p:cNvSpPr>
          <p:nvPr>
            <p:ph type="ftr" idx="17"/>
          </p:nvPr>
        </p:nvSpPr>
        <p:spPr/>
        <p:txBody>
          <a:bodyPr/>
          <a:p>
            <a:r>
              <a:t>Footer</a:t>
            </a:r>
          </a:p>
        </p:txBody>
      </p:sp>
      <p:sp>
        <p:nvSpPr>
          <p:cNvPr id="6" name="PlaceHolder 5"/>
          <p:cNvSpPr>
            <a:spLocks noGrp="1"/>
          </p:cNvSpPr>
          <p:nvPr>
            <p:ph type="sldNum" idx="18"/>
          </p:nvPr>
        </p:nvSpPr>
        <p:spPr/>
        <p:txBody>
          <a:bodyPr/>
          <a:p>
            <a:fld id="{FE7022CB-15DE-49F7-ADAE-C6B6705B7E19}" type="slidenum">
              <a:t>&lt;#&gt;</a:t>
            </a:fld>
          </a:p>
        </p:txBody>
      </p:sp>
      <p:sp>
        <p:nvSpPr>
          <p:cNvPr id="7" name="PlaceHolder 6"/>
          <p:cNvSpPr>
            <a:spLocks noGrp="1"/>
          </p:cNvSpPr>
          <p:nvPr>
            <p:ph type="dt" idx="16"/>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20"/>
          </p:nvPr>
        </p:nvSpPr>
        <p:spPr/>
        <p:txBody>
          <a:bodyPr/>
          <a:p>
            <a:r>
              <a:t>Footer</a:t>
            </a:r>
          </a:p>
        </p:txBody>
      </p:sp>
      <p:sp>
        <p:nvSpPr>
          <p:cNvPr id="3" name="PlaceHolder 2"/>
          <p:cNvSpPr>
            <a:spLocks noGrp="1"/>
          </p:cNvSpPr>
          <p:nvPr>
            <p:ph type="sldNum" idx="21"/>
          </p:nvPr>
        </p:nvSpPr>
        <p:spPr/>
        <p:txBody>
          <a:bodyPr/>
          <a:p>
            <a:fld id="{5622D112-60F6-457F-B211-8FC12CD1A64A}" type="slidenum">
              <a:t>&lt;#&gt;</a:t>
            </a:fld>
          </a:p>
        </p:txBody>
      </p:sp>
      <p:sp>
        <p:nvSpPr>
          <p:cNvPr id="4" name="PlaceHolder 3"/>
          <p:cNvSpPr>
            <a:spLocks noGrp="1"/>
          </p:cNvSpPr>
          <p:nvPr>
            <p:ph type="dt" idx="19"/>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0" name="PlaceHolder 1"/>
          <p:cNvSpPr>
            <a:spLocks noGrp="1"/>
          </p:cNvSpPr>
          <p:nvPr>
            <p:ph type="title"/>
          </p:nvPr>
        </p:nvSpPr>
        <p:spPr>
          <a:xfrm>
            <a:off x="838080" y="365040"/>
            <a:ext cx="10515240" cy="13251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 name="PlaceHolder 2"/>
          <p:cNvSpPr>
            <a:spLocks noGrp="1"/>
          </p:cNvSpPr>
          <p:nvPr>
            <p:ph type="ftr" idx="23"/>
          </p:nvPr>
        </p:nvSpPr>
        <p:spPr/>
        <p:txBody>
          <a:bodyPr/>
          <a:p>
            <a:r>
              <a:t>Footer</a:t>
            </a:r>
          </a:p>
        </p:txBody>
      </p:sp>
      <p:sp>
        <p:nvSpPr>
          <p:cNvPr id="4" name="PlaceHolder 3"/>
          <p:cNvSpPr>
            <a:spLocks noGrp="1"/>
          </p:cNvSpPr>
          <p:nvPr>
            <p:ph type="sldNum" idx="24"/>
          </p:nvPr>
        </p:nvSpPr>
        <p:spPr/>
        <p:txBody>
          <a:bodyPr/>
          <a:p>
            <a:fld id="{4DBB6FDA-5C23-46DA-9FBF-DD0E23696E37}" type="slidenum">
              <a:t>&lt;#&gt;</a:t>
            </a:fld>
          </a:p>
        </p:txBody>
      </p:sp>
      <p:sp>
        <p:nvSpPr>
          <p:cNvPr id="5" name="PlaceHolder 4"/>
          <p:cNvSpPr>
            <a:spLocks noGrp="1"/>
          </p:cNvSpPr>
          <p:nvPr>
            <p:ph type="dt" idx="22"/>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6"/>
          </p:nvPr>
        </p:nvSpPr>
        <p:spPr/>
        <p:txBody>
          <a:bodyPr/>
          <a:p>
            <a:r>
              <a:t>Footer</a:t>
            </a:r>
          </a:p>
        </p:txBody>
      </p:sp>
      <p:sp>
        <p:nvSpPr>
          <p:cNvPr id="3" name="PlaceHolder 2"/>
          <p:cNvSpPr>
            <a:spLocks noGrp="1"/>
          </p:cNvSpPr>
          <p:nvPr>
            <p:ph type="sldNum" idx="27"/>
          </p:nvPr>
        </p:nvSpPr>
        <p:spPr/>
        <p:txBody>
          <a:bodyPr/>
          <a:p>
            <a:fld id="{8765AF30-B2BA-4067-B139-6762CFEBF200}" type="slidenum">
              <a:t>&lt;#&gt;</a:t>
            </a:fld>
          </a:p>
        </p:txBody>
      </p:sp>
      <p:sp>
        <p:nvSpPr>
          <p:cNvPr id="4" name="PlaceHolder 3"/>
          <p:cNvSpPr>
            <a:spLocks noGrp="1"/>
          </p:cNvSpPr>
          <p:nvPr>
            <p:ph type="dt" idx="25"/>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9"/>
          </p:nvPr>
        </p:nvSpPr>
        <p:spPr/>
        <p:txBody>
          <a:bodyPr/>
          <a:p>
            <a:r>
              <a:t>Footer</a:t>
            </a:r>
          </a:p>
        </p:txBody>
      </p:sp>
      <p:sp>
        <p:nvSpPr>
          <p:cNvPr id="3" name="PlaceHolder 2"/>
          <p:cNvSpPr>
            <a:spLocks noGrp="1"/>
          </p:cNvSpPr>
          <p:nvPr>
            <p:ph type="sldNum" idx="30"/>
          </p:nvPr>
        </p:nvSpPr>
        <p:spPr/>
        <p:txBody>
          <a:bodyPr/>
          <a:p>
            <a:fld id="{0C2DBDA5-CF5F-4C05-9031-5DF57FC691D7}" type="slidenum">
              <a:t>&lt;#&gt;</a:t>
            </a:fld>
          </a:p>
        </p:txBody>
      </p:sp>
      <p:sp>
        <p:nvSpPr>
          <p:cNvPr id="4" name="PlaceHolder 3"/>
          <p:cNvSpPr>
            <a:spLocks noGrp="1"/>
          </p:cNvSpPr>
          <p:nvPr>
            <p:ph type="dt" idx="28"/>
          </p:nvPr>
        </p:nvSpPr>
        <p:spPr/>
        <p:txBody>
          <a:bodyPr/>
          <a:p>
            <a:r>
              <a:rPr lang="en-US"/>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2"/>
          </p:nvPr>
        </p:nvSpPr>
        <p:spPr/>
        <p:txBody>
          <a:bodyPr/>
          <a:p>
            <a:r>
              <a:t>Footer</a:t>
            </a:r>
          </a:p>
        </p:txBody>
      </p:sp>
      <p:sp>
        <p:nvSpPr>
          <p:cNvPr id="3" name="PlaceHolder 2"/>
          <p:cNvSpPr>
            <a:spLocks noGrp="1"/>
          </p:cNvSpPr>
          <p:nvPr>
            <p:ph type="sldNum" idx="33"/>
          </p:nvPr>
        </p:nvSpPr>
        <p:spPr/>
        <p:txBody>
          <a:bodyPr/>
          <a:p>
            <a:fld id="{97435B73-68AE-4B6C-94C4-805F86F46B52}" type="slidenum">
              <a:t>&lt;#&gt;</a:t>
            </a:fld>
          </a:p>
        </p:txBody>
      </p:sp>
      <p:sp>
        <p:nvSpPr>
          <p:cNvPr id="4" name="PlaceHolder 3"/>
          <p:cNvSpPr>
            <a:spLocks noGrp="1"/>
          </p:cNvSpPr>
          <p:nvPr>
            <p:ph type="dt" idx="31"/>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Relationship Id="rId3" Type="http://schemas.openxmlformats.org/officeDocument/2006/relationships/slideLayout" Target="../slideLayouts/slideLayout5.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6.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7.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8.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9.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10.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1.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1523880" y="1122480"/>
            <a:ext cx="9143640" cy="2387160"/>
          </a:xfrm>
          <a:prstGeom prst="rect">
            <a:avLst/>
          </a:prstGeom>
          <a:noFill/>
          <a:ln w="0">
            <a:noFill/>
          </a:ln>
        </p:spPr>
        <p:txBody>
          <a:bodyPr lIns="91440" rIns="91440" tIns="45720" bIns="45720" anchor="b">
            <a:noAutofit/>
          </a:bodyPr>
          <a:p>
            <a:pPr indent="0" algn="ctr" defTabSz="914400">
              <a:lnSpc>
                <a:spcPct val="90000"/>
              </a:lnSpc>
              <a:buNone/>
            </a:pPr>
            <a:r>
              <a:rPr b="0" lang="en-US" sz="6000" spc="-1" strike="noStrike">
                <a:solidFill>
                  <a:schemeClr val="dk1"/>
                </a:solidFill>
                <a:latin typeface="Calibri Light"/>
              </a:rPr>
              <a:t>Click to edit Master title style</a:t>
            </a:r>
            <a:endParaRPr b="0" lang="en-US" sz="6000" spc="-1" strike="noStrike">
              <a:solidFill>
                <a:schemeClr val="dk1"/>
              </a:solidFill>
              <a:latin typeface="Calibri"/>
            </a:endParaRPr>
          </a:p>
        </p:txBody>
      </p:sp>
      <p:sp>
        <p:nvSpPr>
          <p:cNvPr id="1" name="PlaceHolder 2"/>
          <p:cNvSpPr>
            <a:spLocks noGrp="1"/>
          </p:cNvSpPr>
          <p:nvPr>
            <p:ph type="dt" idx="1"/>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 </a:t>
            </a:r>
            <a:endParaRPr b="0" lang="en-US" sz="1200" spc="-1" strike="noStrike">
              <a:solidFill>
                <a:srgbClr val="000000"/>
              </a:solidFill>
              <a:latin typeface="Times New Roman"/>
            </a:endParaRPr>
          </a:p>
        </p:txBody>
      </p:sp>
      <p:sp>
        <p:nvSpPr>
          <p:cNvPr id="2" name="PlaceHolder 3"/>
          <p:cNvSpPr>
            <a:spLocks noGrp="1"/>
          </p:cNvSpPr>
          <p:nvPr>
            <p:ph type="ftr" idx="2"/>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 </a:t>
            </a:r>
            <a:endParaRPr b="0" lang="en-US" sz="1400" spc="-1" strike="noStrike">
              <a:solidFill>
                <a:srgbClr val="000000"/>
              </a:solidFill>
              <a:latin typeface="Times New Roman"/>
            </a:endParaRPr>
          </a:p>
        </p:txBody>
      </p:sp>
      <p:sp>
        <p:nvSpPr>
          <p:cNvPr id="3" name="PlaceHolder 4"/>
          <p:cNvSpPr>
            <a:spLocks noGrp="1"/>
          </p:cNvSpPr>
          <p:nvPr>
            <p:ph type="sldNum" idx="3"/>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F49227CD-B54C-475F-BD8F-D73743A24B7C}" type="slidenum">
              <a:rPr b="0" lang="en-US" sz="1200" spc="-1" strike="noStrike">
                <a:solidFill>
                  <a:schemeClr val="dk1">
                    <a:tint val="75000"/>
                  </a:schemeClr>
                </a:solidFill>
                <a:latin typeface="Calibri"/>
              </a:rPr>
              <a:t>2</a:t>
            </a:fld>
            <a:endParaRPr b="0" lang="en-US" sz="1200" spc="-1" strike="noStrike">
              <a:solidFill>
                <a:srgbClr val="000000"/>
              </a:solidFill>
              <a:latin typeface="Times New Roman"/>
            </a:endParaRPr>
          </a:p>
        </p:txBody>
      </p:sp>
      <p:sp>
        <p:nvSpPr>
          <p:cNvPr id="4"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n-US" sz="2800" spc="-1" strike="noStrike">
                <a:solidFill>
                  <a:schemeClr val="dk1"/>
                </a:solidFill>
                <a:latin typeface="Calibri"/>
              </a:rPr>
              <a:t>Click to edit the outline text format</a:t>
            </a:r>
            <a:endParaRPr b="0" lang="en-US" sz="2800" spc="-1" strike="noStrike">
              <a:solidFill>
                <a:schemeClr val="dk1"/>
              </a:solidFill>
              <a:latin typeface="Calibri"/>
            </a:endParaRPr>
          </a:p>
          <a:p>
            <a:pPr lvl="1" marL="864000" indent="-324000">
              <a:lnSpc>
                <a:spcPct val="90000"/>
              </a:lnSpc>
              <a:spcBef>
                <a:spcPts val="1134"/>
              </a:spcBef>
              <a:buClr>
                <a:srgbClr val="000000"/>
              </a:buClr>
              <a:buSzPct val="75000"/>
              <a:buFont typeface="Symbol" charset="2"/>
              <a:buChar char=""/>
            </a:pPr>
            <a:r>
              <a:rPr b="0" lang="en-US" sz="2000" spc="-1" strike="noStrike">
                <a:solidFill>
                  <a:schemeClr val="dk1"/>
                </a:solidFill>
                <a:latin typeface="Calibri"/>
              </a:rPr>
              <a:t>Second Outline Level</a:t>
            </a:r>
            <a:endParaRPr b="0" lang="en-US" sz="2000" spc="-1" strike="noStrike">
              <a:solidFill>
                <a:schemeClr val="dk1"/>
              </a:solidFill>
              <a:latin typeface="Calibri"/>
            </a:endParaRPr>
          </a:p>
          <a:p>
            <a:pPr lvl="2" marL="1296000" indent="-288000">
              <a:lnSpc>
                <a:spcPct val="90000"/>
              </a:lnSpc>
              <a:spcBef>
                <a:spcPts val="850"/>
              </a:spcBef>
              <a:buClr>
                <a:srgbClr val="000000"/>
              </a:buClr>
              <a:buSzPct val="45000"/>
              <a:buFont typeface="Wingdings" charset="2"/>
              <a:buChar char=""/>
            </a:pPr>
            <a:r>
              <a:rPr b="0" lang="en-US" sz="1800" spc="-1" strike="noStrike">
                <a:solidFill>
                  <a:schemeClr val="dk1"/>
                </a:solidFill>
                <a:latin typeface="Calibri"/>
              </a:rPr>
              <a:t>Third Outline Level</a:t>
            </a:r>
            <a:endParaRPr b="0" lang="en-US" sz="1800" spc="-1" strike="noStrike">
              <a:solidFill>
                <a:schemeClr val="dk1"/>
              </a:solidFill>
              <a:latin typeface="Calibri"/>
            </a:endParaRPr>
          </a:p>
          <a:p>
            <a:pPr lvl="3" marL="1728000" indent="-216000">
              <a:lnSpc>
                <a:spcPct val="90000"/>
              </a:lnSpc>
              <a:spcBef>
                <a:spcPts val="567"/>
              </a:spcBef>
              <a:buClr>
                <a:srgbClr val="000000"/>
              </a:buClr>
              <a:buSzPct val="75000"/>
              <a:buFont typeface="Symbol" charset="2"/>
              <a:buChar char=""/>
            </a:pPr>
            <a:r>
              <a:rPr b="0" lang="en-US" sz="1800" spc="-1" strike="noStrike">
                <a:solidFill>
                  <a:schemeClr val="dk1"/>
                </a:solidFill>
                <a:latin typeface="Calibri"/>
              </a:rPr>
              <a:t>Fourth Outline Level</a:t>
            </a:r>
            <a:endParaRPr b="0" lang="en-US" sz="1800" spc="-1" strike="noStrike">
              <a:solidFill>
                <a:schemeClr val="dk1"/>
              </a:solidFill>
              <a:latin typeface="Calibri"/>
            </a:endParaRPr>
          </a:p>
          <a:p>
            <a:pPr lvl="4" marL="2160000" indent="-216000">
              <a:lnSpc>
                <a:spcPct val="90000"/>
              </a:lnSpc>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lnSpc>
                <a:spcPct val="90000"/>
              </a:lnSpc>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lnSpc>
                <a:spcPct val="90000"/>
              </a:lnSpc>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8" name="PlaceHolder 2"/>
          <p:cNvSpPr>
            <a:spLocks noGrp="1"/>
          </p:cNvSpPr>
          <p:nvPr>
            <p:ph type="body"/>
          </p:nvPr>
        </p:nvSpPr>
        <p:spPr>
          <a:xfrm>
            <a:off x="838080" y="1825560"/>
            <a:ext cx="10515240" cy="4350960"/>
          </a:xfrm>
          <a:prstGeom prst="rect">
            <a:avLst/>
          </a:prstGeom>
          <a:noFill/>
          <a:ln w="0">
            <a:noFill/>
          </a:ln>
        </p:spPr>
        <p:txBody>
          <a:bodyPr lIns="91440" rIns="91440" tIns="45720" bIns="45720" anchor="t" vert="eaVe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9" name="PlaceHolder 3"/>
          <p:cNvSpPr>
            <a:spLocks noGrp="1"/>
          </p:cNvSpPr>
          <p:nvPr>
            <p:ph type="dt" idx="4"/>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10" name="PlaceHolder 4"/>
          <p:cNvSpPr>
            <a:spLocks noGrp="1"/>
          </p:cNvSpPr>
          <p:nvPr>
            <p:ph type="ftr" idx="5"/>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1" name="PlaceHolder 5"/>
          <p:cNvSpPr>
            <a:spLocks noGrp="1"/>
          </p:cNvSpPr>
          <p:nvPr>
            <p:ph type="sldNum" idx="6"/>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FCEABF34-96B0-4000-8656-56C9E3DA6BE0}"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8724960" y="365040"/>
            <a:ext cx="2628720" cy="5811480"/>
          </a:xfrm>
          <a:prstGeom prst="rect">
            <a:avLst/>
          </a:prstGeom>
          <a:noFill/>
          <a:ln w="0">
            <a:noFill/>
          </a:ln>
        </p:spPr>
        <p:txBody>
          <a:bodyPr lIns="91440" rIns="91440" tIns="45720" bIns="45720" anchor="ctr" vert="eaVert">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13" name="PlaceHolder 2"/>
          <p:cNvSpPr>
            <a:spLocks noGrp="1"/>
          </p:cNvSpPr>
          <p:nvPr>
            <p:ph type="body"/>
          </p:nvPr>
        </p:nvSpPr>
        <p:spPr>
          <a:xfrm>
            <a:off x="838080" y="365040"/>
            <a:ext cx="7733880" cy="5811480"/>
          </a:xfrm>
          <a:prstGeom prst="rect">
            <a:avLst/>
          </a:prstGeom>
          <a:noFill/>
          <a:ln w="0">
            <a:noFill/>
          </a:ln>
        </p:spPr>
        <p:txBody>
          <a:bodyPr lIns="91440" rIns="91440" tIns="45720" bIns="45720" anchor="t" vert="eaVe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14" name="PlaceHolder 3"/>
          <p:cNvSpPr>
            <a:spLocks noGrp="1"/>
          </p:cNvSpPr>
          <p:nvPr>
            <p:ph type="dt" idx="7"/>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15" name="PlaceHolder 4"/>
          <p:cNvSpPr>
            <a:spLocks noGrp="1"/>
          </p:cNvSpPr>
          <p:nvPr>
            <p:ph type="ftr" idx="8"/>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6" name="PlaceHolder 5"/>
          <p:cNvSpPr>
            <a:spLocks noGrp="1"/>
          </p:cNvSpPr>
          <p:nvPr>
            <p:ph type="sldNum" idx="9"/>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3E57366C-F1E1-43FA-B2AB-CFC716D9915A}"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7"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18" name="PlaceHolder 2"/>
          <p:cNvSpPr>
            <a:spLocks noGrp="1"/>
          </p:cNvSpPr>
          <p:nvPr>
            <p:ph type="body"/>
          </p:nvPr>
        </p:nvSpPr>
        <p:spPr>
          <a:xfrm>
            <a:off x="838080" y="1825560"/>
            <a:ext cx="10515240" cy="435096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19" name="PlaceHolder 3"/>
          <p:cNvSpPr>
            <a:spLocks noGrp="1"/>
          </p:cNvSpPr>
          <p:nvPr>
            <p:ph type="dt" idx="10"/>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20" name="PlaceHolder 4"/>
          <p:cNvSpPr>
            <a:spLocks noGrp="1"/>
          </p:cNvSpPr>
          <p:nvPr>
            <p:ph type="ftr" idx="11"/>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1" name="PlaceHolder 5"/>
          <p:cNvSpPr>
            <a:spLocks noGrp="1"/>
          </p:cNvSpPr>
          <p:nvPr>
            <p:ph type="sldNum" idx="12"/>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7FC8ADA4-4A0B-4416-A8A5-58E2311A11CE}"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 id="2147483656" r:id="rId3"/>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4" name="PlaceHolder 1"/>
          <p:cNvSpPr>
            <a:spLocks noGrp="1"/>
          </p:cNvSpPr>
          <p:nvPr>
            <p:ph type="title"/>
          </p:nvPr>
        </p:nvSpPr>
        <p:spPr>
          <a:xfrm>
            <a:off x="831960" y="1709640"/>
            <a:ext cx="10515240" cy="2852280"/>
          </a:xfrm>
          <a:prstGeom prst="rect">
            <a:avLst/>
          </a:prstGeom>
          <a:noFill/>
          <a:ln w="0">
            <a:noFill/>
          </a:ln>
        </p:spPr>
        <p:txBody>
          <a:bodyPr lIns="91440" rIns="91440" tIns="45720" bIns="45720" anchor="b">
            <a:noAutofit/>
          </a:bodyPr>
          <a:p>
            <a:pPr indent="0" defTabSz="914400">
              <a:lnSpc>
                <a:spcPct val="90000"/>
              </a:lnSpc>
              <a:buNone/>
            </a:pPr>
            <a:r>
              <a:rPr b="0" lang="en-US" sz="6000" spc="-1" strike="noStrike">
                <a:solidFill>
                  <a:schemeClr val="dk1"/>
                </a:solidFill>
                <a:latin typeface="Calibri Light"/>
              </a:rPr>
              <a:t>Click to edit Master title style</a:t>
            </a:r>
            <a:endParaRPr b="0" lang="en-US" sz="6000" spc="-1" strike="noStrike">
              <a:solidFill>
                <a:schemeClr val="dk1"/>
              </a:solidFill>
              <a:latin typeface="Calibri"/>
            </a:endParaRPr>
          </a:p>
        </p:txBody>
      </p:sp>
      <p:sp>
        <p:nvSpPr>
          <p:cNvPr id="25" name="PlaceHolder 2"/>
          <p:cNvSpPr>
            <a:spLocks noGrp="1"/>
          </p:cNvSpPr>
          <p:nvPr>
            <p:ph type="body"/>
          </p:nvPr>
        </p:nvSpPr>
        <p:spPr>
          <a:xfrm>
            <a:off x="831960" y="4589640"/>
            <a:ext cx="10515240" cy="149976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2400" spc="-1" strike="noStrike">
                <a:solidFill>
                  <a:schemeClr val="dk1">
                    <a:tint val="75000"/>
                  </a:schemeClr>
                </a:solidFill>
                <a:latin typeface="Calibri"/>
              </a:rPr>
              <a:t>Click to edit Master text styles</a:t>
            </a:r>
            <a:endParaRPr b="0" lang="en-US" sz="2400" spc="-1" strike="noStrike">
              <a:solidFill>
                <a:schemeClr val="dk1"/>
              </a:solidFill>
              <a:latin typeface="Calibri"/>
            </a:endParaRPr>
          </a:p>
        </p:txBody>
      </p:sp>
      <p:sp>
        <p:nvSpPr>
          <p:cNvPr id="26" name="PlaceHolder 3"/>
          <p:cNvSpPr>
            <a:spLocks noGrp="1"/>
          </p:cNvSpPr>
          <p:nvPr>
            <p:ph type="dt" idx="13"/>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27" name="PlaceHolder 4"/>
          <p:cNvSpPr>
            <a:spLocks noGrp="1"/>
          </p:cNvSpPr>
          <p:nvPr>
            <p:ph type="ftr" idx="14"/>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8" name="PlaceHolder 5"/>
          <p:cNvSpPr>
            <a:spLocks noGrp="1"/>
          </p:cNvSpPr>
          <p:nvPr>
            <p:ph type="sldNum" idx="15"/>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4923E132-78D1-45C9-A872-F99E32AD1C3B}"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8"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9"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30" name="PlaceHolder 2"/>
          <p:cNvSpPr>
            <a:spLocks noGrp="1"/>
          </p:cNvSpPr>
          <p:nvPr>
            <p:ph type="body"/>
          </p:nvPr>
        </p:nvSpPr>
        <p:spPr>
          <a:xfrm>
            <a:off x="838080" y="1825560"/>
            <a:ext cx="5181120" cy="435096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31" name="PlaceHolder 3"/>
          <p:cNvSpPr>
            <a:spLocks noGrp="1"/>
          </p:cNvSpPr>
          <p:nvPr>
            <p:ph type="body"/>
          </p:nvPr>
        </p:nvSpPr>
        <p:spPr>
          <a:xfrm>
            <a:off x="6172200" y="1825560"/>
            <a:ext cx="5181120" cy="435096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32" name="PlaceHolder 4"/>
          <p:cNvSpPr>
            <a:spLocks noGrp="1"/>
          </p:cNvSpPr>
          <p:nvPr>
            <p:ph type="dt" idx="16"/>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33" name="PlaceHolder 5"/>
          <p:cNvSpPr>
            <a:spLocks noGrp="1"/>
          </p:cNvSpPr>
          <p:nvPr>
            <p:ph type="ftr" idx="17"/>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4" name="PlaceHolder 6"/>
          <p:cNvSpPr>
            <a:spLocks noGrp="1"/>
          </p:cNvSpPr>
          <p:nvPr>
            <p:ph type="sldNum" idx="18"/>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2F4BB1C7-68E2-4C13-89C3-B3AAAD11B20A}"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0"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8" name="PlaceHolder 1"/>
          <p:cNvSpPr>
            <a:spLocks noGrp="1"/>
          </p:cNvSpPr>
          <p:nvPr>
            <p:ph type="title"/>
          </p:nvPr>
        </p:nvSpPr>
        <p:spPr>
          <a:xfrm>
            <a:off x="8398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39" name="PlaceHolder 2"/>
          <p:cNvSpPr>
            <a:spLocks noGrp="1"/>
          </p:cNvSpPr>
          <p:nvPr>
            <p:ph type="body"/>
          </p:nvPr>
        </p:nvSpPr>
        <p:spPr>
          <a:xfrm>
            <a:off x="839880" y="1681200"/>
            <a:ext cx="5157360" cy="823680"/>
          </a:xfrm>
          <a:prstGeom prst="rect">
            <a:avLst/>
          </a:prstGeom>
          <a:noFill/>
          <a:ln w="0">
            <a:noFill/>
          </a:ln>
        </p:spPr>
        <p:txBody>
          <a:bodyPr lIns="91440" rIns="91440" tIns="45720" bIns="45720" anchor="b">
            <a:noAutofit/>
          </a:bodyPr>
          <a:p>
            <a:pPr indent="0" defTabSz="914400">
              <a:lnSpc>
                <a:spcPct val="90000"/>
              </a:lnSpc>
              <a:spcBef>
                <a:spcPts val="1001"/>
              </a:spcBef>
              <a:buNone/>
              <a:tabLst>
                <a:tab algn="l" pos="0"/>
              </a:tabLst>
            </a:pPr>
            <a:r>
              <a:rPr b="1" lang="en-US" sz="2400" spc="-1" strike="noStrike">
                <a:solidFill>
                  <a:schemeClr val="dk1"/>
                </a:solidFill>
                <a:latin typeface="Calibri"/>
              </a:rPr>
              <a:t>Click to edit Master text styles</a:t>
            </a:r>
            <a:endParaRPr b="0" lang="en-US" sz="2400" spc="-1" strike="noStrike">
              <a:solidFill>
                <a:schemeClr val="dk1"/>
              </a:solidFill>
              <a:latin typeface="Calibri"/>
            </a:endParaRPr>
          </a:p>
        </p:txBody>
      </p:sp>
      <p:sp>
        <p:nvSpPr>
          <p:cNvPr id="40" name="PlaceHolder 3"/>
          <p:cNvSpPr>
            <a:spLocks noGrp="1"/>
          </p:cNvSpPr>
          <p:nvPr>
            <p:ph type="body"/>
          </p:nvPr>
        </p:nvSpPr>
        <p:spPr>
          <a:xfrm>
            <a:off x="839880" y="2505240"/>
            <a:ext cx="5157360" cy="36842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41" name="PlaceHolder 4"/>
          <p:cNvSpPr>
            <a:spLocks noGrp="1"/>
          </p:cNvSpPr>
          <p:nvPr>
            <p:ph type="body"/>
          </p:nvPr>
        </p:nvSpPr>
        <p:spPr>
          <a:xfrm>
            <a:off x="6172200" y="1681200"/>
            <a:ext cx="5182920" cy="823680"/>
          </a:xfrm>
          <a:prstGeom prst="rect">
            <a:avLst/>
          </a:prstGeom>
          <a:noFill/>
          <a:ln w="0">
            <a:noFill/>
          </a:ln>
        </p:spPr>
        <p:txBody>
          <a:bodyPr lIns="91440" rIns="91440" tIns="45720" bIns="45720" anchor="b">
            <a:noAutofit/>
          </a:bodyPr>
          <a:p>
            <a:pPr indent="0" defTabSz="914400">
              <a:lnSpc>
                <a:spcPct val="90000"/>
              </a:lnSpc>
              <a:spcBef>
                <a:spcPts val="1001"/>
              </a:spcBef>
              <a:buNone/>
              <a:tabLst>
                <a:tab algn="l" pos="0"/>
              </a:tabLst>
            </a:pPr>
            <a:r>
              <a:rPr b="1" lang="en-US" sz="2400" spc="-1" strike="noStrike">
                <a:solidFill>
                  <a:schemeClr val="dk1"/>
                </a:solidFill>
                <a:latin typeface="Calibri"/>
              </a:rPr>
              <a:t>Click to edit Master text styles</a:t>
            </a:r>
            <a:endParaRPr b="0" lang="en-US" sz="2400" spc="-1" strike="noStrike">
              <a:solidFill>
                <a:schemeClr val="dk1"/>
              </a:solidFill>
              <a:latin typeface="Calibri"/>
            </a:endParaRPr>
          </a:p>
        </p:txBody>
      </p:sp>
      <p:sp>
        <p:nvSpPr>
          <p:cNvPr id="42" name="PlaceHolder 5"/>
          <p:cNvSpPr>
            <a:spLocks noGrp="1"/>
          </p:cNvSpPr>
          <p:nvPr>
            <p:ph type="body"/>
          </p:nvPr>
        </p:nvSpPr>
        <p:spPr>
          <a:xfrm>
            <a:off x="6172200" y="2505240"/>
            <a:ext cx="5182920" cy="36842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43" name="PlaceHolder 6"/>
          <p:cNvSpPr>
            <a:spLocks noGrp="1"/>
          </p:cNvSpPr>
          <p:nvPr>
            <p:ph type="dt" idx="19"/>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44" name="PlaceHolder 7"/>
          <p:cNvSpPr>
            <a:spLocks noGrp="1"/>
          </p:cNvSpPr>
          <p:nvPr>
            <p:ph type="ftr" idx="20"/>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5" name="PlaceHolder 8"/>
          <p:cNvSpPr>
            <a:spLocks noGrp="1"/>
          </p:cNvSpPr>
          <p:nvPr>
            <p:ph type="sldNum" idx="21"/>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BC637C02-95EE-46E4-9FB8-54D8C7DBD21B}"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2"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6"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47" name="PlaceHolder 2"/>
          <p:cNvSpPr>
            <a:spLocks noGrp="1"/>
          </p:cNvSpPr>
          <p:nvPr>
            <p:ph type="dt" idx="22"/>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48" name="PlaceHolder 3"/>
          <p:cNvSpPr>
            <a:spLocks noGrp="1"/>
          </p:cNvSpPr>
          <p:nvPr>
            <p:ph type="ftr" idx="23"/>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9" name="PlaceHolder 4"/>
          <p:cNvSpPr>
            <a:spLocks noGrp="1"/>
          </p:cNvSpPr>
          <p:nvPr>
            <p:ph type="sldNum" idx="24"/>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B153D4C3-C5D8-4958-9739-7B76062D0707}"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4"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1" name="PlaceHolder 1"/>
          <p:cNvSpPr>
            <a:spLocks noGrp="1"/>
          </p:cNvSpPr>
          <p:nvPr>
            <p:ph type="dt" idx="25"/>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52" name="PlaceHolder 2"/>
          <p:cNvSpPr>
            <a:spLocks noGrp="1"/>
          </p:cNvSpPr>
          <p:nvPr>
            <p:ph type="ftr" idx="26"/>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3" name="PlaceHolder 3"/>
          <p:cNvSpPr>
            <a:spLocks noGrp="1"/>
          </p:cNvSpPr>
          <p:nvPr>
            <p:ph type="sldNum" idx="27"/>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5D4B2A2D-C861-4EF8-9EC3-73996CFC239D}"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6"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4" name="PlaceHolder 1"/>
          <p:cNvSpPr>
            <a:spLocks noGrp="1"/>
          </p:cNvSpPr>
          <p:nvPr>
            <p:ph type="title"/>
          </p:nvPr>
        </p:nvSpPr>
        <p:spPr>
          <a:xfrm>
            <a:off x="839880" y="457200"/>
            <a:ext cx="3931920" cy="1599840"/>
          </a:xfrm>
          <a:prstGeom prst="rect">
            <a:avLst/>
          </a:prstGeom>
          <a:noFill/>
          <a:ln w="0">
            <a:noFill/>
          </a:ln>
        </p:spPr>
        <p:txBody>
          <a:bodyPr lIns="91440" rIns="91440" tIns="45720" bIns="45720" anchor="b">
            <a:noAutofit/>
          </a:bodyPr>
          <a:p>
            <a:pPr indent="0" defTabSz="914400">
              <a:lnSpc>
                <a:spcPct val="90000"/>
              </a:lnSpc>
              <a:buNone/>
            </a:pPr>
            <a:r>
              <a:rPr b="0" lang="en-US" sz="3200" spc="-1" strike="noStrike">
                <a:solidFill>
                  <a:schemeClr val="dk1"/>
                </a:solidFill>
                <a:latin typeface="Calibri Light"/>
              </a:rPr>
              <a:t>Click to edit Master title style</a:t>
            </a:r>
            <a:endParaRPr b="0" lang="en-US" sz="3200" spc="-1" strike="noStrike">
              <a:solidFill>
                <a:schemeClr val="dk1"/>
              </a:solidFill>
              <a:latin typeface="Calibri"/>
            </a:endParaRPr>
          </a:p>
        </p:txBody>
      </p:sp>
      <p:sp>
        <p:nvSpPr>
          <p:cNvPr id="55" name="PlaceHolder 2"/>
          <p:cNvSpPr>
            <a:spLocks noGrp="1"/>
          </p:cNvSpPr>
          <p:nvPr>
            <p:ph type="body"/>
          </p:nvPr>
        </p:nvSpPr>
        <p:spPr>
          <a:xfrm>
            <a:off x="5183280" y="987480"/>
            <a:ext cx="6171840" cy="487332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56" name="PlaceHolder 3"/>
          <p:cNvSpPr>
            <a:spLocks noGrp="1"/>
          </p:cNvSpPr>
          <p:nvPr>
            <p:ph type="body"/>
          </p:nvPr>
        </p:nvSpPr>
        <p:spPr>
          <a:xfrm>
            <a:off x="839880" y="2057400"/>
            <a:ext cx="3931920" cy="381132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1600" spc="-1" strike="noStrike">
                <a:solidFill>
                  <a:schemeClr val="dk1"/>
                </a:solidFill>
                <a:latin typeface="Calibri"/>
              </a:rPr>
              <a:t>Click to edit Master text styles</a:t>
            </a:r>
            <a:endParaRPr b="0" lang="en-US" sz="1600" spc="-1" strike="noStrike">
              <a:solidFill>
                <a:schemeClr val="dk1"/>
              </a:solidFill>
              <a:latin typeface="Calibri"/>
            </a:endParaRPr>
          </a:p>
        </p:txBody>
      </p:sp>
      <p:sp>
        <p:nvSpPr>
          <p:cNvPr id="57" name="PlaceHolder 4"/>
          <p:cNvSpPr>
            <a:spLocks noGrp="1"/>
          </p:cNvSpPr>
          <p:nvPr>
            <p:ph type="dt" idx="28"/>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58" name="PlaceHolder 5"/>
          <p:cNvSpPr>
            <a:spLocks noGrp="1"/>
          </p:cNvSpPr>
          <p:nvPr>
            <p:ph type="ftr" idx="29"/>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9" name="PlaceHolder 6"/>
          <p:cNvSpPr>
            <a:spLocks noGrp="1"/>
          </p:cNvSpPr>
          <p:nvPr>
            <p:ph type="sldNum" idx="30"/>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B7B6A5F6-D577-4852-8070-39575F539BF4}"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8"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0" name="PlaceHolder 1"/>
          <p:cNvSpPr>
            <a:spLocks noGrp="1"/>
          </p:cNvSpPr>
          <p:nvPr>
            <p:ph type="title"/>
          </p:nvPr>
        </p:nvSpPr>
        <p:spPr>
          <a:xfrm>
            <a:off x="839880" y="457200"/>
            <a:ext cx="3931920" cy="1599840"/>
          </a:xfrm>
          <a:prstGeom prst="rect">
            <a:avLst/>
          </a:prstGeom>
          <a:noFill/>
          <a:ln w="0">
            <a:noFill/>
          </a:ln>
        </p:spPr>
        <p:txBody>
          <a:bodyPr lIns="91440" rIns="91440" tIns="45720" bIns="45720" anchor="b">
            <a:noAutofit/>
          </a:bodyPr>
          <a:p>
            <a:pPr indent="0" defTabSz="914400">
              <a:lnSpc>
                <a:spcPct val="90000"/>
              </a:lnSpc>
              <a:buNone/>
            </a:pPr>
            <a:r>
              <a:rPr b="0" lang="en-US" sz="3200" spc="-1" strike="noStrike">
                <a:solidFill>
                  <a:schemeClr val="dk1"/>
                </a:solidFill>
                <a:latin typeface="Calibri Light"/>
              </a:rPr>
              <a:t>Click to edit Master title style</a:t>
            </a:r>
            <a:endParaRPr b="0" lang="en-US" sz="3200" spc="-1" strike="noStrike">
              <a:solidFill>
                <a:schemeClr val="dk1"/>
              </a:solidFill>
              <a:latin typeface="Calibri"/>
            </a:endParaRPr>
          </a:p>
        </p:txBody>
      </p:sp>
      <p:sp>
        <p:nvSpPr>
          <p:cNvPr id="61" name="PlaceHolder 2"/>
          <p:cNvSpPr>
            <a:spLocks noGrp="1"/>
          </p:cNvSpPr>
          <p:nvPr>
            <p:ph type="body"/>
          </p:nvPr>
        </p:nvSpPr>
        <p:spPr>
          <a:xfrm>
            <a:off x="5183280" y="987480"/>
            <a:ext cx="6171840" cy="4873320"/>
          </a:xfrm>
          <a:prstGeom prst="rect">
            <a:avLst/>
          </a:prstGeom>
          <a:noFill/>
          <a:ln w="0">
            <a:noFill/>
          </a:ln>
        </p:spPr>
        <p:txBody>
          <a:bodyPr lIns="90000" rIns="90000" tIns="45000" bIns="45000" anchor="t">
            <a:noAutofit/>
          </a:bodyPr>
          <a:p>
            <a:pPr marL="432000" indent="-324000">
              <a:lnSpc>
                <a:spcPct val="90000"/>
              </a:lnSpc>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lnSpc>
                <a:spcPct val="90000"/>
              </a:lnSpc>
              <a:spcBef>
                <a:spcPts val="1134"/>
              </a:spcBef>
              <a:buClr>
                <a:srgbClr val="000000"/>
              </a:buClr>
              <a:buSzPct val="75000"/>
              <a:buFont typeface="Symbol" charset="2"/>
              <a:buChar char=""/>
            </a:pPr>
            <a:r>
              <a:rPr b="0" lang="en-US" sz="3200" spc="-1" strike="noStrike">
                <a:solidFill>
                  <a:schemeClr val="dk1"/>
                </a:solidFill>
                <a:latin typeface="Calibri"/>
              </a:rPr>
              <a:t>Second Outline Level</a:t>
            </a:r>
            <a:endParaRPr b="0" lang="en-US" sz="3200" spc="-1" strike="noStrike">
              <a:solidFill>
                <a:schemeClr val="dk1"/>
              </a:solidFill>
              <a:latin typeface="Calibri"/>
            </a:endParaRPr>
          </a:p>
          <a:p>
            <a:pPr lvl="2" marL="1296000" indent="-288000">
              <a:lnSpc>
                <a:spcPct val="90000"/>
              </a:lnSpc>
              <a:spcBef>
                <a:spcPts val="850"/>
              </a:spcBef>
              <a:buClr>
                <a:srgbClr val="000000"/>
              </a:buClr>
              <a:buSzPct val="45000"/>
              <a:buFont typeface="Wingdings" charset="2"/>
              <a:buChar char=""/>
            </a:pPr>
            <a:r>
              <a:rPr b="0" lang="en-US" sz="3200" spc="-1" strike="noStrike">
                <a:solidFill>
                  <a:schemeClr val="dk1"/>
                </a:solidFill>
                <a:latin typeface="Calibri"/>
              </a:rPr>
              <a:t>Third Outline Level</a:t>
            </a:r>
            <a:endParaRPr b="0" lang="en-US" sz="3200" spc="-1" strike="noStrike">
              <a:solidFill>
                <a:schemeClr val="dk1"/>
              </a:solidFill>
              <a:latin typeface="Calibri"/>
            </a:endParaRPr>
          </a:p>
          <a:p>
            <a:pPr lvl="3" marL="1728000" indent="-216000">
              <a:lnSpc>
                <a:spcPct val="90000"/>
              </a:lnSpc>
              <a:spcBef>
                <a:spcPts val="567"/>
              </a:spcBef>
              <a:buClr>
                <a:srgbClr val="000000"/>
              </a:buClr>
              <a:buSzPct val="75000"/>
              <a:buFont typeface="Symbol" charset="2"/>
              <a:buChar char=""/>
            </a:pPr>
            <a:r>
              <a:rPr b="0" lang="en-US" sz="3200" spc="-1" strike="noStrike">
                <a:solidFill>
                  <a:schemeClr val="dk1"/>
                </a:solidFill>
                <a:latin typeface="Calibri"/>
              </a:rPr>
              <a:t>Fourth Outline Level</a:t>
            </a:r>
            <a:endParaRPr b="0" lang="en-US" sz="3200" spc="-1" strike="noStrike">
              <a:solidFill>
                <a:schemeClr val="dk1"/>
              </a:solidFill>
              <a:latin typeface="Calibri"/>
            </a:endParaRPr>
          </a:p>
          <a:p>
            <a:pPr lvl="4" marL="2160000" indent="-216000">
              <a:lnSpc>
                <a:spcPct val="90000"/>
              </a:lnSpc>
              <a:spcBef>
                <a:spcPts val="283"/>
              </a:spcBef>
              <a:buClr>
                <a:srgbClr val="000000"/>
              </a:buClr>
              <a:buSzPct val="45000"/>
              <a:buFont typeface="Wingdings" charset="2"/>
              <a:buChar char=""/>
            </a:pPr>
            <a:r>
              <a:rPr b="0" lang="en-US" sz="3200" spc="-1" strike="noStrike">
                <a:solidFill>
                  <a:schemeClr val="dk1"/>
                </a:solidFill>
                <a:latin typeface="Calibri"/>
              </a:rPr>
              <a:t>Fifth Outline Level</a:t>
            </a:r>
            <a:endParaRPr b="0" lang="en-US" sz="3200" spc="-1" strike="noStrike">
              <a:solidFill>
                <a:schemeClr val="dk1"/>
              </a:solidFill>
              <a:latin typeface="Calibri"/>
            </a:endParaRPr>
          </a:p>
          <a:p>
            <a:pPr lvl="5" marL="2592000" indent="-216000">
              <a:lnSpc>
                <a:spcPct val="90000"/>
              </a:lnSpc>
              <a:spcBef>
                <a:spcPts val="283"/>
              </a:spcBef>
              <a:buClr>
                <a:srgbClr val="000000"/>
              </a:buClr>
              <a:buSzPct val="45000"/>
              <a:buFont typeface="Wingdings" charset="2"/>
              <a:buChar char=""/>
            </a:pPr>
            <a:r>
              <a:rPr b="0" lang="en-US" sz="3200" spc="-1" strike="noStrike">
                <a:solidFill>
                  <a:schemeClr val="dk1"/>
                </a:solidFill>
                <a:latin typeface="Calibri"/>
              </a:rPr>
              <a:t>Sixth Outline Level</a:t>
            </a:r>
            <a:endParaRPr b="0" lang="en-US" sz="3200" spc="-1" strike="noStrike">
              <a:solidFill>
                <a:schemeClr val="dk1"/>
              </a:solidFill>
              <a:latin typeface="Calibri"/>
            </a:endParaRPr>
          </a:p>
          <a:p>
            <a:pPr lvl="6" marL="3024000" indent="-216000">
              <a:lnSpc>
                <a:spcPct val="90000"/>
              </a:lnSpc>
              <a:spcBef>
                <a:spcPts val="283"/>
              </a:spcBef>
              <a:buClr>
                <a:srgbClr val="000000"/>
              </a:buClr>
              <a:buSzPct val="45000"/>
              <a:buFont typeface="Wingdings" charset="2"/>
              <a:buChar char=""/>
            </a:pPr>
            <a:r>
              <a:rPr b="0" lang="en-US" sz="3200" spc="-1" strike="noStrike">
                <a:solidFill>
                  <a:schemeClr val="dk1"/>
                </a:solidFill>
                <a:latin typeface="Calibri"/>
              </a:rPr>
              <a:t>Seventh Outline Level</a:t>
            </a:r>
            <a:endParaRPr b="0" lang="en-US" sz="3200" spc="-1" strike="noStrike">
              <a:solidFill>
                <a:schemeClr val="dk1"/>
              </a:solidFill>
              <a:latin typeface="Calibri"/>
            </a:endParaRPr>
          </a:p>
        </p:txBody>
      </p:sp>
      <p:sp>
        <p:nvSpPr>
          <p:cNvPr id="62" name="PlaceHolder 3"/>
          <p:cNvSpPr>
            <a:spLocks noGrp="1"/>
          </p:cNvSpPr>
          <p:nvPr>
            <p:ph type="body"/>
          </p:nvPr>
        </p:nvSpPr>
        <p:spPr>
          <a:xfrm>
            <a:off x="839880" y="2057400"/>
            <a:ext cx="3931920" cy="381132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1600" spc="-1" strike="noStrike">
                <a:solidFill>
                  <a:schemeClr val="dk1"/>
                </a:solidFill>
                <a:latin typeface="Calibri"/>
              </a:rPr>
              <a:t>Click to edit Master text styles</a:t>
            </a:r>
            <a:endParaRPr b="0" lang="en-US" sz="1600" spc="-1" strike="noStrike">
              <a:solidFill>
                <a:schemeClr val="dk1"/>
              </a:solidFill>
              <a:latin typeface="Calibri"/>
            </a:endParaRPr>
          </a:p>
        </p:txBody>
      </p:sp>
      <p:sp>
        <p:nvSpPr>
          <p:cNvPr id="63" name="PlaceHolder 4"/>
          <p:cNvSpPr>
            <a:spLocks noGrp="1"/>
          </p:cNvSpPr>
          <p:nvPr>
            <p:ph type="dt" idx="31"/>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64" name="PlaceHolder 5"/>
          <p:cNvSpPr>
            <a:spLocks noGrp="1"/>
          </p:cNvSpPr>
          <p:nvPr>
            <p:ph type="ftr" idx="32"/>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5" name="PlaceHolder 6"/>
          <p:cNvSpPr>
            <a:spLocks noGrp="1"/>
          </p:cNvSpPr>
          <p:nvPr>
            <p:ph type="sldNum" idx="33"/>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E9CCF7F1-3738-42F1-807C-1FFD20734B4E}"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70"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3.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
<Relationships xmlns="http://schemas.openxmlformats.org/package/2006/relationships"><Relationship Id="rId1" Type="http://schemas.openxmlformats.org/officeDocument/2006/relationships/image" Target="../media/image2.jpeg"/><Relationship Id="rId2" Type="http://schemas.openxmlformats.org/officeDocument/2006/relationships/slideLayout" Target="../slideLayouts/slideLayout4.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
<Relationships xmlns="http://schemas.openxmlformats.org/package/2006/relationships"><Relationship Id="rId1" Type="http://schemas.openxmlformats.org/officeDocument/2006/relationships/image" Target="../media/image3.jpeg"/><Relationship Id="rId2" Type="http://schemas.openxmlformats.org/officeDocument/2006/relationships/slideLayout" Target="../slideLayouts/slideLayout4.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
<Relationships xmlns="http://schemas.openxmlformats.org/package/2006/relationships"><Relationship Id="rId1" Type="http://schemas.openxmlformats.org/officeDocument/2006/relationships/image" Target="../media/image4.jpeg"/><Relationship Id="rId2" Type="http://schemas.openxmlformats.org/officeDocument/2006/relationships/slideLayout" Target="../slideLayouts/slideLayout4.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4.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
<Relationships xmlns="http://schemas.openxmlformats.org/package/2006/relationships"><Relationship Id="rId1" Type="http://schemas.openxmlformats.org/officeDocument/2006/relationships/image" Target="../media/image7.jpeg"/><Relationship Id="rId2" Type="http://schemas.openxmlformats.org/officeDocument/2006/relationships/slideLayout" Target="../slideLayouts/slideLayout4.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
<Relationships xmlns="http://schemas.openxmlformats.org/package/2006/relationships"><Relationship Id="rId1" Type="http://schemas.openxmlformats.org/officeDocument/2006/relationships/image" Target="../media/image8.jpeg"/><Relationship Id="rId2" Type="http://schemas.openxmlformats.org/officeDocument/2006/relationships/slideLayout" Target="../slideLayouts/slideLayout4.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
<Relationships xmlns="http://schemas.openxmlformats.org/package/2006/relationships"><Relationship Id="rId1" Type="http://schemas.openxmlformats.org/officeDocument/2006/relationships/image" Target="../media/image9.jpeg"/><Relationship Id="rId2" Type="http://schemas.openxmlformats.org/officeDocument/2006/relationships/slideLayout" Target="../slideLayouts/slideLayout4.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
<Relationships xmlns="http://schemas.openxmlformats.org/package/2006/relationships"><Relationship Id="rId1" Type="http://schemas.openxmlformats.org/officeDocument/2006/relationships/image" Target="../media/image10.jpeg"/><Relationship Id="rId2" Type="http://schemas.openxmlformats.org/officeDocument/2006/relationships/slideLayout" Target="../slideLayouts/slideLayout4.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
<Relationships xmlns="http://schemas.openxmlformats.org/package/2006/relationships"><Relationship Id="rId1" Type="http://schemas.openxmlformats.org/officeDocument/2006/relationships/image" Target="../media/image12.jpeg"/><Relationship Id="rId2" Type="http://schemas.openxmlformats.org/officeDocument/2006/relationships/slideLayout" Target="../slideLayouts/slideLayout4.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slideLayout" Target="../slideLayouts/slideLayout4.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45.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 name="PlaceHolder 1"/>
          <p:cNvSpPr>
            <a:spLocks noGrp="1"/>
          </p:cNvSpPr>
          <p:nvPr>
            <p:ph type="title"/>
          </p:nvPr>
        </p:nvSpPr>
        <p:spPr>
          <a:xfrm>
            <a:off x="1523880" y="1122480"/>
            <a:ext cx="9143640" cy="2387160"/>
          </a:xfrm>
          <a:prstGeom prst="rect">
            <a:avLst/>
          </a:prstGeom>
          <a:noFill/>
          <a:ln w="0">
            <a:noFill/>
          </a:ln>
        </p:spPr>
        <p:txBody>
          <a:bodyPr lIns="91440" rIns="91440" tIns="45720" bIns="45720" anchor="b">
            <a:noAutofit/>
          </a:bodyPr>
          <a:p>
            <a:pPr indent="0" algn="ctr" defTabSz="914400">
              <a:lnSpc>
                <a:spcPct val="90000"/>
              </a:lnSpc>
              <a:buNone/>
            </a:pPr>
            <a:r>
              <a:rPr b="1" lang="en-US" sz="6000" spc="-1" strike="noStrike">
                <a:solidFill>
                  <a:schemeClr val="dk1"/>
                </a:solidFill>
                <a:latin typeface="Calibri Light"/>
              </a:rPr>
              <a:t>Data Communications</a:t>
            </a:r>
            <a:endParaRPr b="0" lang="en-US" sz="6000" spc="-1" strike="noStrike">
              <a:solidFill>
                <a:schemeClr val="dk1"/>
              </a:solidFill>
              <a:latin typeface="Calibri"/>
            </a:endParaRPr>
          </a:p>
        </p:txBody>
      </p:sp>
      <p:sp>
        <p:nvSpPr>
          <p:cNvPr id="73" name="PlaceHolder 2"/>
          <p:cNvSpPr>
            <a:spLocks noGrp="1"/>
          </p:cNvSpPr>
          <p:nvPr>
            <p:ph type="subTitle"/>
          </p:nvPr>
        </p:nvSpPr>
        <p:spPr>
          <a:xfrm>
            <a:off x="1523880" y="3602160"/>
            <a:ext cx="9143640" cy="1655280"/>
          </a:xfrm>
          <a:prstGeom prst="rect">
            <a:avLst/>
          </a:prstGeom>
          <a:noFill/>
          <a:ln w="0">
            <a:noFill/>
          </a:ln>
        </p:spPr>
        <p:txBody>
          <a:bodyPr lIns="91440" rIns="91440" tIns="45720" bIns="45720" anchor="t">
            <a:normAutofit/>
          </a:bodyPr>
          <a:p>
            <a:pPr indent="0" algn="ctr" defTabSz="914400">
              <a:lnSpc>
                <a:spcPct val="90000"/>
              </a:lnSpc>
              <a:spcBef>
                <a:spcPts val="1001"/>
              </a:spcBef>
              <a:buNone/>
              <a:tabLst>
                <a:tab algn="l" pos="0"/>
              </a:tabLst>
            </a:pPr>
            <a:r>
              <a:rPr b="1" lang="en-US" sz="3200" spc="-1" strike="noStrike">
                <a:solidFill>
                  <a:schemeClr val="dk1"/>
                </a:solidFill>
                <a:latin typeface="Calibri"/>
              </a:rPr>
              <a:t>Unit 1 </a:t>
            </a:r>
            <a:endParaRPr b="0" lang="en-US" sz="3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 name="PlaceHolder 1"/>
          <p:cNvSpPr>
            <a:spLocks noGrp="1"/>
          </p:cNvSpPr>
          <p:nvPr>
            <p:ph/>
          </p:nvPr>
        </p:nvSpPr>
        <p:spPr>
          <a:xfrm>
            <a:off x="0" y="0"/>
            <a:ext cx="12191760" cy="667368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0" lang="en-US" sz="2800" spc="-1" strike="noStrike">
                <a:solidFill>
                  <a:schemeClr val="dk1"/>
                </a:solidFill>
                <a:latin typeface="Calibri"/>
              </a:rPr>
              <a:t>Unit 1: Data Communications (8 Hours)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1.1 Definition, Components of Data Communication</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1.2 Data Transmission Modes: Simplex, Half-Duplex, FullDuplex</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1.3 Data Representation: Analog and Digital</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1.4 Analog and Digital Transmission</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1.5 Serial and Parallel Communication</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1.6 Asynchronous and Synchronous Transmission</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 .7 Transmission Impairments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1.8 Bandwidth, Throughput, Baud Rate, Jitter</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1.9 Nyquist and Shannon Capacity Theorem</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 10 Digital Transmission Techniques</a:t>
            </a: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 name="PlaceHolder 1"/>
          <p:cNvSpPr>
            <a:spLocks noGrp="1"/>
          </p:cNvSpPr>
          <p:nvPr>
            <p:ph/>
          </p:nvPr>
        </p:nvSpPr>
        <p:spPr>
          <a:xfrm>
            <a:off x="0" y="0"/>
            <a:ext cx="6862320" cy="672084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1" lang="en-US" sz="4000" spc="-1" strike="noStrike">
                <a:solidFill>
                  <a:schemeClr val="dk1"/>
                </a:solidFill>
                <a:latin typeface="Calibri"/>
              </a:rPr>
              <a:t>Data communication</a:t>
            </a:r>
            <a:endParaRPr b="0" lang="en-US" sz="40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Data communication is the process of transferring digital data between two or more devices through a transmission medium, like a cable or wireless connection.</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It enables everything from sending an email to browsing the web and relies on a system of hardware, software, and established protocols to ensure data is sent, received, and interpreted correctly</a:t>
            </a:r>
            <a:endParaRPr b="0" lang="en-US" sz="2800" spc="-1" strike="noStrike">
              <a:solidFill>
                <a:schemeClr val="dk1"/>
              </a:solidFill>
              <a:latin typeface="Calibri"/>
            </a:endParaRPr>
          </a:p>
        </p:txBody>
      </p:sp>
      <p:pic>
        <p:nvPicPr>
          <p:cNvPr id="76" name="Content Placeholder 6" descr=""/>
          <p:cNvPicPr/>
          <p:nvPr/>
        </p:nvPicPr>
        <p:blipFill>
          <a:blip r:embed="rId1"/>
          <a:stretch/>
        </p:blipFill>
        <p:spPr>
          <a:xfrm>
            <a:off x="7004160" y="1725120"/>
            <a:ext cx="4349160" cy="3478320"/>
          </a:xfrm>
          <a:prstGeom prst="rect">
            <a:avLst/>
          </a:prstGeom>
          <a:ln w="0">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 name="PlaceHolder 1"/>
          <p:cNvSpPr>
            <a:spLocks noGrp="1"/>
          </p:cNvSpPr>
          <p:nvPr>
            <p:ph/>
          </p:nvPr>
        </p:nvSpPr>
        <p:spPr>
          <a:xfrm>
            <a:off x="0" y="0"/>
            <a:ext cx="12191760" cy="6857640"/>
          </a:xfrm>
          <a:prstGeom prst="rect">
            <a:avLst/>
          </a:prstGeom>
          <a:noFill/>
          <a:ln w="0">
            <a:noFill/>
          </a:ln>
        </p:spPr>
        <p:txBody>
          <a:bodyPr lIns="91440" rIns="91440" tIns="45720" bIns="45720" anchor="t">
            <a:normAutofit fontScale="93550"/>
          </a:bodyPr>
          <a:p>
            <a:pPr indent="0" defTabSz="914400">
              <a:lnSpc>
                <a:spcPct val="90000"/>
              </a:lnSpc>
              <a:spcBef>
                <a:spcPts val="1001"/>
              </a:spcBef>
              <a:buNone/>
              <a:tabLst>
                <a:tab algn="l" pos="0"/>
              </a:tabLst>
            </a:pPr>
            <a:r>
              <a:rPr b="1" lang="en-US" sz="2800" spc="-1" strike="noStrike">
                <a:solidFill>
                  <a:schemeClr val="dk1"/>
                </a:solidFill>
                <a:latin typeface="Calibri"/>
              </a:rPr>
              <a:t>Components of Data Communication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A communication system is made up of the following components: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Message:</a:t>
            </a:r>
            <a:r>
              <a:rPr b="0" lang="en-US" sz="2800" spc="-1" strike="noStrike">
                <a:solidFill>
                  <a:schemeClr val="dk1"/>
                </a:solidFill>
                <a:latin typeface="Calibri"/>
              </a:rPr>
              <a:t> A message is a piece of information that is to be transmitted from one person to another. It could be a text file, an audio file, a video file, etc.</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Sender:</a:t>
            </a:r>
            <a:r>
              <a:rPr b="0" lang="en-US" sz="2800" spc="-1" strike="noStrike">
                <a:solidFill>
                  <a:schemeClr val="dk1"/>
                </a:solidFill>
                <a:latin typeface="Calibri"/>
              </a:rPr>
              <a:t> It is simply a device that sends data messages. It can be a computer, mobile, telephone, laptop, video camera, or workstation, etc.</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Receiver: </a:t>
            </a:r>
            <a:r>
              <a:rPr b="0" lang="en-US" sz="2800" spc="-1" strike="noStrike">
                <a:solidFill>
                  <a:schemeClr val="dk1"/>
                </a:solidFill>
                <a:latin typeface="Calibri"/>
              </a:rPr>
              <a:t>It is a device that receives messages. It can be a computer, telephone mobile, workstation, etc.</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Transmission Medium / Communication Channels: </a:t>
            </a:r>
            <a:r>
              <a:rPr b="0" lang="en-US" sz="2800" spc="-1" strike="noStrike">
                <a:solidFill>
                  <a:schemeClr val="dk1"/>
                </a:solidFill>
                <a:latin typeface="Calibri"/>
              </a:rPr>
              <a:t>Communication channels are the medium that connect two or more workstations. Workstations can be connected by either wired media or wireless media.</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Set of rules (Protocol): </a:t>
            </a:r>
            <a:r>
              <a:rPr b="0" lang="en-US" sz="2800" spc="-1" strike="noStrike">
                <a:solidFill>
                  <a:schemeClr val="dk1"/>
                </a:solidFill>
                <a:latin typeface="Calibri"/>
              </a:rPr>
              <a:t>When someone sends the data (The sender), it should be understandable to the receiver also otherwise it is meaningless. For example, Sonali sends a message to Chetan. If Sonali writes in Hindi and Chetan cannot understand Hindi, it is a meaningless conversation.</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 name="PlaceHolder 1"/>
          <p:cNvSpPr>
            <a:spLocks noGrp="1"/>
          </p:cNvSpPr>
          <p:nvPr>
            <p:ph/>
          </p:nvPr>
        </p:nvSpPr>
        <p:spPr>
          <a:xfrm>
            <a:off x="0" y="0"/>
            <a:ext cx="12191760" cy="68576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2800" spc="-1" strike="noStrike">
                <a:solidFill>
                  <a:schemeClr val="dk1"/>
                </a:solidFill>
                <a:latin typeface="Calibri"/>
              </a:rPr>
              <a:t>What is Data Transmission?</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Data transmission is the transfer of data from one digital device to another.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This transfer occurs via point-to-point data streams or channels.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These channels may previously have been in the form of copper wires but are now much more likely to be part of a wireless network.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Data transmission methods can refer to both analog and digital data but in this guide, we will be focusing on digital modulation.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This modulation technique focuses on the encoding and decoding of digital signals via two main methods parallel and serial transmission.</a:t>
            </a: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 name="PlaceHolder 1"/>
          <p:cNvSpPr>
            <a:spLocks noGrp="1"/>
          </p:cNvSpPr>
          <p:nvPr>
            <p:ph/>
          </p:nvPr>
        </p:nvSpPr>
        <p:spPr>
          <a:xfrm>
            <a:off x="0" y="0"/>
            <a:ext cx="12191760" cy="6857640"/>
          </a:xfrm>
          <a:prstGeom prst="rect">
            <a:avLst/>
          </a:prstGeom>
          <a:noFill/>
          <a:ln w="0">
            <a:noFill/>
          </a:ln>
        </p:spPr>
        <p:txBody>
          <a:bodyPr lIns="91440" rIns="91440" tIns="45720" bIns="45720" anchor="t">
            <a:noAutofit/>
          </a:bodyPr>
          <a:p>
            <a:pPr indent="0" defTabSz="914400">
              <a:lnSpc>
                <a:spcPct val="90000"/>
              </a:lnSpc>
              <a:spcBef>
                <a:spcPts val="1001"/>
              </a:spcBef>
              <a:buNone/>
            </a:pPr>
            <a:endParaRPr b="0" lang="en-US" sz="2800" spc="-1" strike="noStrike">
              <a:solidFill>
                <a:schemeClr val="dk1"/>
              </a:solidFill>
              <a:latin typeface="Calibri"/>
            </a:endParaRPr>
          </a:p>
          <a:p>
            <a:pPr indent="0" defTabSz="914400">
              <a:lnSpc>
                <a:spcPct val="100000"/>
              </a:lnSpc>
              <a:buNone/>
              <a:tabLst>
                <a:tab algn="l" pos="0"/>
              </a:tabLst>
            </a:pPr>
            <a:r>
              <a:rPr b="0" lang="en-US" sz="2800" spc="-1" strike="noStrike">
                <a:solidFill>
                  <a:schemeClr val="dk1"/>
                </a:solidFill>
                <a:latin typeface="Calibri"/>
              </a:rPr>
              <a:t> </a:t>
            </a:r>
            <a:r>
              <a:rPr b="1" lang="en-US" sz="2800" spc="-1" strike="noStrike">
                <a:solidFill>
                  <a:schemeClr val="dk1"/>
                </a:solidFill>
                <a:latin typeface="Arial"/>
              </a:rPr>
              <a:t>The data transmission modes can be characterized in the following three types based on the direction of exchange of information: </a:t>
            </a:r>
            <a:endParaRPr b="0" lang="en-US" sz="2800" spc="-1" strike="noStrike">
              <a:solidFill>
                <a:schemeClr val="dk1"/>
              </a:solidFill>
              <a:latin typeface="Calibri"/>
            </a:endParaRPr>
          </a:p>
          <a:p>
            <a:pPr defTabSz="914400">
              <a:lnSpc>
                <a:spcPct val="100000"/>
              </a:lnSpc>
              <a:buClr>
                <a:srgbClr val="000000"/>
              </a:buClr>
              <a:buFont typeface="Arial"/>
              <a:buAutoNum type="arabicPeriod"/>
              <a:tabLst>
                <a:tab algn="l" pos="0"/>
              </a:tabLst>
            </a:pPr>
            <a:r>
              <a:rPr b="0" lang="en-US" sz="2800" spc="-1" strike="noStrike">
                <a:solidFill>
                  <a:schemeClr val="dk1"/>
                </a:solidFill>
                <a:latin typeface="Arial"/>
              </a:rPr>
              <a:t>Simplex </a:t>
            </a:r>
            <a:endParaRPr b="0" lang="en-US" sz="2800" spc="-1" strike="noStrike">
              <a:solidFill>
                <a:schemeClr val="dk1"/>
              </a:solidFill>
              <a:latin typeface="Calibri"/>
            </a:endParaRPr>
          </a:p>
          <a:p>
            <a:pPr defTabSz="914400">
              <a:lnSpc>
                <a:spcPct val="100000"/>
              </a:lnSpc>
              <a:buClr>
                <a:srgbClr val="000000"/>
              </a:buClr>
              <a:buFont typeface="Arial"/>
              <a:buAutoNum type="arabicPeriod" startAt="2"/>
              <a:tabLst>
                <a:tab algn="l" pos="0"/>
              </a:tabLst>
            </a:pPr>
            <a:r>
              <a:rPr b="0" lang="en-US" sz="2800" spc="-1" strike="noStrike">
                <a:solidFill>
                  <a:schemeClr val="dk1"/>
                </a:solidFill>
                <a:latin typeface="Arial"/>
              </a:rPr>
              <a:t>Half-Duplex </a:t>
            </a:r>
            <a:endParaRPr b="0" lang="en-US" sz="2800" spc="-1" strike="noStrike">
              <a:solidFill>
                <a:schemeClr val="dk1"/>
              </a:solidFill>
              <a:latin typeface="Calibri"/>
            </a:endParaRPr>
          </a:p>
          <a:p>
            <a:pPr defTabSz="914400">
              <a:lnSpc>
                <a:spcPct val="100000"/>
              </a:lnSpc>
              <a:buClr>
                <a:srgbClr val="000000"/>
              </a:buClr>
              <a:buFont typeface="Arial"/>
              <a:buAutoNum type="arabicPeriod" startAt="3"/>
              <a:tabLst>
                <a:tab algn="l" pos="0"/>
              </a:tabLst>
            </a:pPr>
            <a:r>
              <a:rPr b="0" lang="en-US" sz="2800" spc="-1" strike="noStrike">
                <a:solidFill>
                  <a:schemeClr val="dk1"/>
                </a:solidFill>
                <a:latin typeface="Arial"/>
              </a:rPr>
              <a:t>Full Duplex</a:t>
            </a:r>
            <a:endParaRPr b="0" lang="en-US" sz="2800" spc="-1" strike="noStrike">
              <a:solidFill>
                <a:schemeClr val="dk1"/>
              </a:solidFill>
              <a:latin typeface="Calibri"/>
            </a:endParaRPr>
          </a:p>
        </p:txBody>
      </p:sp>
      <p:sp>
        <p:nvSpPr>
          <p:cNvPr id="80" name="Rectangle 1"/>
          <p:cNvSpPr/>
          <p:nvPr/>
        </p:nvSpPr>
        <p:spPr>
          <a:xfrm>
            <a:off x="720" y="-91440"/>
            <a:ext cx="246600" cy="639360"/>
          </a:xfrm>
          <a:prstGeom prst="rect">
            <a:avLst/>
          </a:prstGeom>
          <a:noFill/>
          <a:ln w="0">
            <a:noFill/>
          </a:ln>
        </p:spPr>
        <p:style>
          <a:lnRef idx="0"/>
          <a:fillRef idx="0"/>
          <a:effectRef idx="0"/>
          <a:fontRef idx="minor"/>
        </p:style>
        <p:txBody>
          <a:bodyPr numCol="1" spcCol="0" wrap="none" anchor="ctr">
            <a:spAutoFit/>
          </a:bodyPr>
          <a:p>
            <a:pPr defTabSz="914400">
              <a:lnSpc>
                <a:spcPct val="100000"/>
              </a:lnSpc>
              <a:tabLst>
                <a:tab algn="l" pos="0"/>
              </a:tabLst>
            </a:pPr>
            <a:r>
              <a:rPr b="0" lang="en-US" sz="1800" spc="-1" strike="noStrike">
                <a:solidFill>
                  <a:schemeClr val="dk1"/>
                </a:solidFill>
                <a:latin typeface="Arial"/>
              </a:rPr>
              <a:t> </a:t>
            </a:r>
            <a:endParaRPr b="0" lang="en-US" sz="1800" spc="-1" strike="noStrike">
              <a:solidFill>
                <a:srgbClr val="000000"/>
              </a:solidFill>
              <a:latin typeface="Arial"/>
            </a:endParaRPr>
          </a:p>
          <a:p>
            <a:pPr defTabSz="914400">
              <a:lnSpc>
                <a:spcPct val="100000"/>
              </a:lnSpc>
              <a:tabLst>
                <a:tab algn="l" pos="0"/>
              </a:tabLst>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 name="PlaceHolder 1"/>
          <p:cNvSpPr>
            <a:spLocks noGrp="1"/>
          </p:cNvSpPr>
          <p:nvPr>
            <p:ph/>
          </p:nvPr>
        </p:nvSpPr>
        <p:spPr>
          <a:xfrm>
            <a:off x="0" y="0"/>
            <a:ext cx="12191760" cy="6857640"/>
          </a:xfrm>
          <a:prstGeom prst="rect">
            <a:avLst/>
          </a:prstGeom>
          <a:noFill/>
          <a:ln w="0">
            <a:noFill/>
          </a:ln>
        </p:spPr>
        <p:txBody>
          <a:bodyPr lIns="91440" rIns="91440" tIns="45720" bIns="45720" anchor="t">
            <a:normAutofit fontScale="69270"/>
          </a:bodyPr>
          <a:p>
            <a:pPr indent="0" defTabSz="914400">
              <a:lnSpc>
                <a:spcPct val="100000"/>
              </a:lnSpc>
              <a:buNone/>
              <a:tabLst>
                <a:tab algn="l" pos="0"/>
              </a:tabLst>
            </a:pPr>
            <a:r>
              <a:rPr b="1" lang="en-US" sz="3300" spc="-1" strike="noStrike">
                <a:solidFill>
                  <a:schemeClr val="dk1"/>
                </a:solidFill>
                <a:latin typeface="Arial"/>
              </a:rPr>
              <a:t>According to the Direction of Exchange of Information: </a:t>
            </a:r>
            <a:endParaRPr b="0" lang="en-US" sz="3300" spc="-1" strike="noStrike">
              <a:solidFill>
                <a:schemeClr val="dk1"/>
              </a:solidFill>
              <a:latin typeface="Calibri"/>
            </a:endParaRPr>
          </a:p>
          <a:p>
            <a:pPr indent="0" defTabSz="914400">
              <a:lnSpc>
                <a:spcPct val="100000"/>
              </a:lnSpc>
              <a:buNone/>
              <a:tabLst>
                <a:tab algn="l" pos="0"/>
              </a:tabLst>
            </a:pPr>
            <a:endParaRPr b="0" lang="en-US" sz="3300" spc="-1" strike="noStrike">
              <a:solidFill>
                <a:schemeClr val="dk1"/>
              </a:solidFill>
              <a:latin typeface="Calibri"/>
            </a:endParaRPr>
          </a:p>
          <a:p>
            <a:pPr indent="0" defTabSz="914400">
              <a:lnSpc>
                <a:spcPct val="100000"/>
              </a:lnSpc>
              <a:buNone/>
              <a:tabLst>
                <a:tab algn="l" pos="0"/>
              </a:tabLst>
            </a:pPr>
            <a:r>
              <a:rPr b="1" lang="en-US" sz="2200" spc="-1" strike="noStrike">
                <a:solidFill>
                  <a:schemeClr val="dk1"/>
                </a:solidFill>
                <a:latin typeface="Arial"/>
              </a:rPr>
              <a:t>1.Simplex </a:t>
            </a:r>
            <a:endParaRPr b="0" lang="en-US" sz="2200" spc="-1" strike="noStrike">
              <a:solidFill>
                <a:schemeClr val="dk1"/>
              </a:solidFill>
              <a:latin typeface="Calibri"/>
            </a:endParaRPr>
          </a:p>
          <a:p>
            <a:pPr indent="0" defTabSz="914400">
              <a:lnSpc>
                <a:spcPct val="100000"/>
              </a:lnSpc>
              <a:buNone/>
              <a:tabLst>
                <a:tab algn="l" pos="0"/>
              </a:tabLst>
            </a:pPr>
            <a:endParaRPr b="0" lang="en-US" sz="2200" spc="-1" strike="noStrike">
              <a:solidFill>
                <a:schemeClr val="dk1"/>
              </a:solidFill>
              <a:latin typeface="Calibri"/>
            </a:endParaRPr>
          </a:p>
          <a:p>
            <a:pPr indent="0" defTabSz="914400">
              <a:lnSpc>
                <a:spcPct val="100000"/>
              </a:lnSpc>
              <a:buNone/>
              <a:tabLst>
                <a:tab algn="l" pos="0"/>
              </a:tabLst>
            </a:pPr>
            <a:r>
              <a:rPr b="1" lang="en-US" sz="2200" spc="-1" strike="noStrike">
                <a:solidFill>
                  <a:schemeClr val="dk1"/>
                </a:solidFill>
                <a:latin typeface="Arial"/>
              </a:rPr>
              <a:t>Simplex is the data transmission mode in which the data can flow only in one direction, i.e., the communication is unidirectional.</a:t>
            </a:r>
            <a:endParaRPr b="0" lang="en-US" sz="2200" spc="-1" strike="noStrike">
              <a:solidFill>
                <a:schemeClr val="dk1"/>
              </a:solidFill>
              <a:latin typeface="Calibri"/>
            </a:endParaRPr>
          </a:p>
          <a:p>
            <a:pPr indent="0" defTabSz="914400">
              <a:lnSpc>
                <a:spcPct val="100000"/>
              </a:lnSpc>
              <a:buNone/>
              <a:tabLst>
                <a:tab algn="l" pos="0"/>
              </a:tabLst>
            </a:pPr>
            <a:endParaRPr b="0" lang="en-US" sz="2200" spc="-1" strike="noStrike">
              <a:solidFill>
                <a:schemeClr val="dk1"/>
              </a:solidFill>
              <a:latin typeface="Calibri"/>
            </a:endParaRPr>
          </a:p>
          <a:p>
            <a:pPr indent="0" defTabSz="914400">
              <a:lnSpc>
                <a:spcPct val="100000"/>
              </a:lnSpc>
              <a:buNone/>
              <a:tabLst>
                <a:tab algn="l" pos="0"/>
              </a:tabLst>
            </a:pPr>
            <a:r>
              <a:rPr b="1" lang="en-US" sz="2200" spc="-1" strike="noStrike">
                <a:solidFill>
                  <a:schemeClr val="dk1"/>
                </a:solidFill>
                <a:latin typeface="Arial"/>
              </a:rPr>
              <a:t> </a:t>
            </a:r>
            <a:r>
              <a:rPr b="0" lang="en-US" sz="2200" spc="-1" strike="noStrike">
                <a:solidFill>
                  <a:schemeClr val="dk1"/>
                </a:solidFill>
                <a:latin typeface="Arial"/>
              </a:rPr>
              <a:t>In this mode, a sender can only send data but can not receive it. Similarly, a receiver can only receive data but can not send it. </a:t>
            </a:r>
            <a:endParaRPr b="0" lang="en-US" sz="2200" spc="-1" strike="noStrike">
              <a:solidFill>
                <a:schemeClr val="dk1"/>
              </a:solidFill>
              <a:latin typeface="Calibri"/>
            </a:endParaRPr>
          </a:p>
          <a:p>
            <a:pPr indent="0" defTabSz="914400">
              <a:lnSpc>
                <a:spcPct val="100000"/>
              </a:lnSpc>
              <a:buNone/>
              <a:tabLst>
                <a:tab algn="l" pos="0"/>
              </a:tabLst>
            </a:pPr>
            <a:r>
              <a:rPr b="0" lang="en-US" sz="2200" spc="-1" strike="noStrike">
                <a:solidFill>
                  <a:schemeClr val="dk1"/>
                </a:solidFill>
                <a:latin typeface="Arial"/>
              </a:rPr>
              <a:t>     </a:t>
            </a:r>
            <a:r>
              <a:rPr b="0" lang="en-US" sz="46700" spc="-1" strike="noStrike">
                <a:solidFill>
                  <a:schemeClr val="dk1"/>
                </a:solidFill>
                <a:latin typeface="Arial"/>
              </a:rPr>
              <a:t>   </a:t>
            </a:r>
            <a:r>
              <a:rPr b="0" lang="en-US" sz="2800" spc="-1" strike="noStrike">
                <a:solidFill>
                  <a:schemeClr val="dk1"/>
                </a:solidFill>
                <a:latin typeface="Arial"/>
              </a:rPr>
              <a:t>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pic>
        <p:nvPicPr>
          <p:cNvPr id="82" name="Picture 4" descr=""/>
          <p:cNvPicPr/>
          <p:nvPr/>
        </p:nvPicPr>
        <p:blipFill>
          <a:blip r:embed="rId1"/>
          <a:stretch/>
        </p:blipFill>
        <p:spPr>
          <a:xfrm>
            <a:off x="2421720" y="3080160"/>
            <a:ext cx="6343200" cy="3355560"/>
          </a:xfrm>
          <a:prstGeom prst="rect">
            <a:avLst/>
          </a:prstGeom>
          <a:ln w="0">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 name="PlaceHolder 1"/>
          <p:cNvSpPr>
            <a:spLocks noGrp="1"/>
          </p:cNvSpPr>
          <p:nvPr>
            <p:ph/>
          </p:nvPr>
        </p:nvSpPr>
        <p:spPr>
          <a:xfrm>
            <a:off x="0" y="0"/>
            <a:ext cx="12191760" cy="68576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This transmission mode is not so popular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It is mainly used in the business field as in sales that do not require any corresponding reply.</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It is similar to a one-way street.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For Example, Radio and TV transmission, keyboard, mouse, etc.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Following are the advantages of using a Simplex transmission mode: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a:pPr>
            <a:r>
              <a:rPr b="0" lang="en-US" sz="2800" spc="-1" strike="noStrike">
                <a:solidFill>
                  <a:schemeClr val="dk1"/>
                </a:solidFill>
                <a:latin typeface="Calibri"/>
              </a:rPr>
              <a:t>It utilizes the full capacity of the communication channel during data transmission.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Following are the disadvantages of using a Simplex transmission mode: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a:pPr>
            <a:r>
              <a:rPr b="0" lang="en-US" sz="2800" spc="-1" strike="noStrike">
                <a:solidFill>
                  <a:schemeClr val="dk1"/>
                </a:solidFill>
                <a:latin typeface="Calibri"/>
              </a:rPr>
              <a:t>It is unidirectional in nature having no inter-communication between devices.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a:pPr>
            <a:r>
              <a:rPr b="0" lang="en-US" sz="2800" spc="-1" strike="noStrike">
                <a:solidFill>
                  <a:schemeClr val="dk1"/>
                </a:solidFill>
                <a:latin typeface="Calibri"/>
              </a:rPr>
              <a:t>There is no mechanism for information to be transmitted back to the sender(No mechanism for acknowledgement).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 name="PlaceHolder 1"/>
          <p:cNvSpPr>
            <a:spLocks noGrp="1"/>
          </p:cNvSpPr>
          <p:nvPr>
            <p:ph/>
          </p:nvPr>
        </p:nvSpPr>
        <p:spPr>
          <a:xfrm>
            <a:off x="0" y="0"/>
            <a:ext cx="12191760" cy="68576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2800" spc="-1" strike="noStrike">
                <a:solidFill>
                  <a:schemeClr val="dk1"/>
                </a:solidFill>
                <a:latin typeface="Calibri"/>
              </a:rPr>
              <a:t>2. Half-Duplex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Half-Duplex is the data transmission mode in which the data can flow in both directions but in one direction at a time.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 </a:t>
            </a:r>
            <a:r>
              <a:rPr b="1" lang="en-US" sz="2800" spc="-1" strike="noStrike">
                <a:solidFill>
                  <a:schemeClr val="dk1"/>
                </a:solidFill>
                <a:latin typeface="Calibri"/>
              </a:rPr>
              <a:t>It is also referred to as Semi-Duplex.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In other words, each station can both transmit and receive the data but not at the same time.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When one device is sending the other can only receive and vice-versa.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pic>
        <p:nvPicPr>
          <p:cNvPr id="85" name="Picture 4" descr=""/>
          <p:cNvPicPr/>
          <p:nvPr/>
        </p:nvPicPr>
        <p:blipFill>
          <a:blip r:embed="rId1"/>
          <a:stretch/>
        </p:blipFill>
        <p:spPr>
          <a:xfrm>
            <a:off x="2924280" y="3513240"/>
            <a:ext cx="6343200" cy="3105360"/>
          </a:xfrm>
          <a:prstGeom prst="rect">
            <a:avLst/>
          </a:prstGeom>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 name="PlaceHolder 1"/>
          <p:cNvSpPr>
            <a:spLocks noGrp="1"/>
          </p:cNvSpPr>
          <p:nvPr>
            <p:ph/>
          </p:nvPr>
        </p:nvSpPr>
        <p:spPr>
          <a:xfrm>
            <a:off x="0" y="0"/>
            <a:ext cx="12191760" cy="68576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In this type of transmission mode, the entire capacity of the channel can be utilized for each direction.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Transmission lines can carry data in both directions, but the data can be sent only in one direction at a time.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For Example, Walkie-Talkie, Internet Browsers, etc.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Following are the advantages of using a half-duplex transmission mode: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a:pPr>
            <a:r>
              <a:rPr b="0" lang="en-US" sz="2800" spc="-1" strike="noStrike">
                <a:solidFill>
                  <a:schemeClr val="dk1"/>
                </a:solidFill>
                <a:latin typeface="Calibri"/>
              </a:rPr>
              <a:t>It facilitates the optimum use of the communication channel.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a:pPr>
            <a:r>
              <a:rPr b="0" lang="en-US" sz="2800" spc="-1" strike="noStrike">
                <a:solidFill>
                  <a:schemeClr val="dk1"/>
                </a:solidFill>
                <a:latin typeface="Calibri"/>
              </a:rPr>
              <a:t>It provides two-way communication.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Following are the disadvantages of using a half-duplex transmission mode: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a:pPr>
            <a:r>
              <a:rPr b="0" lang="en-US" sz="2800" spc="-1" strike="noStrike">
                <a:solidFill>
                  <a:schemeClr val="dk1"/>
                </a:solidFill>
                <a:latin typeface="Calibri"/>
              </a:rPr>
              <a:t>The two-way communication can not be established simultaneously at the same time.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a:pPr>
            <a:r>
              <a:rPr b="0" lang="en-US" sz="2800" spc="-1" strike="noStrike">
                <a:solidFill>
                  <a:schemeClr val="dk1"/>
                </a:solidFill>
                <a:latin typeface="Calibri"/>
              </a:rPr>
              <a:t>Delay in transmission may occur as only one way communication can be possible at a time.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 name="PlaceHolder 1"/>
          <p:cNvSpPr>
            <a:spLocks noGrp="1"/>
          </p:cNvSpPr>
          <p:nvPr>
            <p:ph/>
          </p:nvPr>
        </p:nvSpPr>
        <p:spPr>
          <a:xfrm>
            <a:off x="0" y="0"/>
            <a:ext cx="12191760" cy="6857640"/>
          </a:xfrm>
          <a:prstGeom prst="rect">
            <a:avLst/>
          </a:prstGeom>
          <a:noFill/>
          <a:ln w="0">
            <a:noFill/>
          </a:ln>
        </p:spPr>
        <p:txBody>
          <a:bodyPr lIns="91440" rIns="91440" tIns="45720" bIns="45720" anchor="t">
            <a:normAutofit fontScale="90336"/>
          </a:bodyPr>
          <a:p>
            <a:pPr indent="0" defTabSz="914400">
              <a:lnSpc>
                <a:spcPct val="90000"/>
              </a:lnSpc>
              <a:spcBef>
                <a:spcPts val="1001"/>
              </a:spcBef>
              <a:buNone/>
              <a:tabLst>
                <a:tab algn="l" pos="0"/>
              </a:tabLst>
            </a:pPr>
            <a:r>
              <a:rPr b="1" lang="en-US" sz="2800" spc="-1" strike="noStrike">
                <a:solidFill>
                  <a:schemeClr val="dk1"/>
                </a:solidFill>
                <a:latin typeface="Calibri"/>
              </a:rPr>
              <a:t>3. Full-Duplex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Full-Duplex is the data transmission mode in which the data can flow in both directions at the same time. It is bi-directional in nature. </a:t>
            </a:r>
            <a:r>
              <a:rPr b="0" lang="en-US" sz="2800" spc="-1" strike="noStrike">
                <a:solidFill>
                  <a:schemeClr val="dk1"/>
                </a:solidFill>
                <a:latin typeface="Calibri"/>
              </a:rPr>
              <a:t>It is two-way communication in which both the stations can transmit and receive the data simultaneously.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Full-Duplex mode has double bandwidth as compared to the half-duplex.</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The capacity of the channel is divided between the two directions of communication.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This mode is used when communication in both directions is required simultaneously.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pic>
        <p:nvPicPr>
          <p:cNvPr id="88" name="Picture 4" descr=""/>
          <p:cNvPicPr/>
          <p:nvPr/>
        </p:nvPicPr>
        <p:blipFill>
          <a:blip r:embed="rId1"/>
          <a:stretch/>
        </p:blipFill>
        <p:spPr>
          <a:xfrm>
            <a:off x="2799000" y="1722240"/>
            <a:ext cx="6343200" cy="2810880"/>
          </a:xfrm>
          <a:prstGeom prst="rect">
            <a:avLst/>
          </a:prstGeom>
          <a:ln w="0">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 name="PlaceHolder 1"/>
          <p:cNvSpPr>
            <a:spLocks noGrp="1"/>
          </p:cNvSpPr>
          <p:nvPr>
            <p:ph/>
          </p:nvPr>
        </p:nvSpPr>
        <p:spPr>
          <a:xfrm>
            <a:off x="0" y="0"/>
            <a:ext cx="12191760" cy="685764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Following are the advantages of using a full-duplex transmission mode: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a:pPr>
            <a:r>
              <a:rPr b="0" lang="en-US" sz="2800" spc="-1" strike="noStrike">
                <a:solidFill>
                  <a:schemeClr val="dk1"/>
                </a:solidFill>
                <a:latin typeface="Calibri"/>
              </a:rPr>
              <a:t>The two-way communication can be carried out simultaneously in both directions.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a:pPr>
            <a:r>
              <a:rPr b="0" lang="en-US" sz="2800" spc="-1" strike="noStrike">
                <a:solidFill>
                  <a:schemeClr val="dk1"/>
                </a:solidFill>
                <a:latin typeface="Calibri"/>
              </a:rPr>
              <a:t>It is the fastest mode of communication between devices.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Following are the disadvantages of using a full-duplex transmission mode: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a:pPr>
            <a:r>
              <a:rPr b="0" lang="en-US" sz="2800" spc="-1" strike="noStrike">
                <a:solidFill>
                  <a:schemeClr val="dk1"/>
                </a:solidFill>
                <a:latin typeface="Calibri"/>
              </a:rPr>
              <a:t>The capacity of the communication channel is divided into two parts. Also, no dedicated path exists for data transfer.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a:pPr>
            <a:r>
              <a:rPr b="0" lang="en-US" sz="2800" spc="-1" strike="noStrike">
                <a:solidFill>
                  <a:schemeClr val="dk1"/>
                </a:solidFill>
                <a:latin typeface="Calibri"/>
              </a:rPr>
              <a:t>It has improper channel bandwidth utilization as there exist two separate paths for two communicating devices.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 name="PlaceHolder 1"/>
          <p:cNvSpPr>
            <a:spLocks noGrp="1"/>
          </p:cNvSpPr>
          <p:nvPr>
            <p:ph/>
          </p:nvPr>
        </p:nvSpPr>
        <p:spPr>
          <a:xfrm>
            <a:off x="0" y="0"/>
            <a:ext cx="12191760" cy="68576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nn-NO" sz="2800" spc="-1" strike="noStrike">
                <a:solidFill>
                  <a:schemeClr val="dk1"/>
                </a:solidFill>
                <a:latin typeface="Calibri"/>
              </a:rPr>
              <a:t>Analog Signals and Digital Signals</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A signal is an electromagnetic or electrical current that carries data from one system or network to another.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In electronics, a signal is often a time-varying voltage that is also an electromagnetic wave carrying information, though it can take on other forms, such as current.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There are two main types of signals used in electronics: analog and digital signals. </a:t>
            </a: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 name="PlaceHolder 1"/>
          <p:cNvSpPr>
            <a:spLocks noGrp="1"/>
          </p:cNvSpPr>
          <p:nvPr>
            <p:ph/>
          </p:nvPr>
        </p:nvSpPr>
        <p:spPr>
          <a:xfrm>
            <a:off x="0" y="0"/>
            <a:ext cx="12191760" cy="685764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1" lang="en-US" sz="2800" spc="-1" strike="noStrike">
                <a:solidFill>
                  <a:schemeClr val="dk1"/>
                </a:solidFill>
                <a:latin typeface="Calibri"/>
              </a:rPr>
              <a:t>Analog Signal</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An analog signal is time-varying and generally bound to a range (e.g. +12V to -12V), but there is an infinite number of values within that continuous range.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An analog signal uses a given property of the medium to convey the signal’s information, such as electricity moving through a wire.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In an electrical signal, the voltage, current, or frequency of the signal may be varied to represent the information.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Analog signals are often calculated responses to changes in light, sound, temperature, position, pressure, or other physical phenomena.</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pic>
        <p:nvPicPr>
          <p:cNvPr id="92" name="Picture 4" descr=""/>
          <p:cNvPicPr/>
          <p:nvPr/>
        </p:nvPicPr>
        <p:blipFill>
          <a:blip r:embed="rId1"/>
          <a:stretch/>
        </p:blipFill>
        <p:spPr>
          <a:xfrm>
            <a:off x="1411560" y="4504680"/>
            <a:ext cx="9194760" cy="2000520"/>
          </a:xfrm>
          <a:prstGeom prst="rect">
            <a:avLst/>
          </a:prstGeom>
          <a:ln w="0">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 name="PlaceHolder 1"/>
          <p:cNvSpPr>
            <a:spLocks noGrp="1"/>
          </p:cNvSpPr>
          <p:nvPr>
            <p:ph/>
          </p:nvPr>
        </p:nvSpPr>
        <p:spPr>
          <a:xfrm>
            <a:off x="0" y="0"/>
            <a:ext cx="12191760" cy="685764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1" lang="en-US" sz="2800" spc="-1" strike="noStrike">
                <a:solidFill>
                  <a:schemeClr val="dk1"/>
                </a:solidFill>
                <a:latin typeface="Calibri"/>
              </a:rPr>
              <a:t>Digital Signal</a:t>
            </a:r>
            <a:endParaRPr b="0" lang="en-US" sz="2800" spc="-1" strike="noStrike">
              <a:solidFill>
                <a:schemeClr val="dk1"/>
              </a:solidFill>
              <a:latin typeface="Calibri"/>
            </a:endParaRPr>
          </a:p>
          <a:p>
            <a:pPr indent="0" defTabSz="914400">
              <a:lnSpc>
                <a:spcPct val="90000"/>
              </a:lnSpc>
              <a:spcBef>
                <a:spcPts val="1001"/>
              </a:spcBef>
              <a:buNone/>
              <a:tabLst>
                <a:tab algn="l" pos="0"/>
              </a:tabLst>
            </a:pPr>
            <a:r>
              <a:rPr b="0" lang="en-US" sz="2800" spc="-1" strike="noStrike">
                <a:solidFill>
                  <a:schemeClr val="dk1"/>
                </a:solidFill>
                <a:latin typeface="Calibri"/>
              </a:rPr>
              <a:t>A digital signal is a signal that represents data as a sequence of discrete values. </a:t>
            </a:r>
            <a:endParaRPr b="0" lang="en-US" sz="2800" spc="-1" strike="noStrike">
              <a:solidFill>
                <a:schemeClr val="dk1"/>
              </a:solidFill>
              <a:latin typeface="Calibri"/>
            </a:endParaRPr>
          </a:p>
          <a:p>
            <a:pPr indent="0" defTabSz="914400">
              <a:lnSpc>
                <a:spcPct val="90000"/>
              </a:lnSpc>
              <a:spcBef>
                <a:spcPts val="1001"/>
              </a:spcBef>
              <a:buNone/>
              <a:tabLst>
                <a:tab algn="l" pos="0"/>
              </a:tabLst>
            </a:pPr>
            <a:r>
              <a:rPr b="0" lang="en-US" sz="2800" spc="-1" strike="noStrike">
                <a:solidFill>
                  <a:schemeClr val="dk1"/>
                </a:solidFill>
                <a:latin typeface="Calibri"/>
              </a:rPr>
              <a:t>A digital signal can only take on one value from a finite set of possible values at a given time. </a:t>
            </a:r>
            <a:endParaRPr b="0" lang="en-US" sz="2800" spc="-1" strike="noStrike">
              <a:solidFill>
                <a:schemeClr val="dk1"/>
              </a:solidFill>
              <a:latin typeface="Calibri"/>
            </a:endParaRPr>
          </a:p>
          <a:p>
            <a:pPr indent="0" defTabSz="914400">
              <a:lnSpc>
                <a:spcPct val="90000"/>
              </a:lnSpc>
              <a:spcBef>
                <a:spcPts val="1001"/>
              </a:spcBef>
              <a:buNone/>
              <a:tabLst>
                <a:tab algn="l" pos="0"/>
              </a:tabLst>
            </a:pPr>
            <a:r>
              <a:rPr b="0" lang="en-US" sz="2800" spc="-1" strike="noStrike">
                <a:solidFill>
                  <a:schemeClr val="dk1"/>
                </a:solidFill>
                <a:latin typeface="Calibri"/>
              </a:rPr>
              <a:t>With digital signals, the physical quantity representing the information can be many things: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Variable electric current or voltage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Phase or polarization of an electromagnetic field,</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magnetization of a magnetic storage media</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Digital signals are used in all digital electronics, including computing equipment and data transmission devices.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When plotted on a voltage vs. time graph, digital signals are one of two values, and are usually between 0V and VCC (usually 1.8V, 3.3V, or 5V</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94" name="Content Placeholder 4" descr=""/>
          <p:cNvPicPr/>
          <p:nvPr/>
        </p:nvPicPr>
        <p:blipFill>
          <a:blip r:embed="rId1"/>
          <a:stretch/>
        </p:blipFill>
        <p:spPr>
          <a:xfrm>
            <a:off x="2089080" y="2518560"/>
            <a:ext cx="8013600" cy="2965320"/>
          </a:xfrm>
          <a:prstGeom prst="rect">
            <a:avLst/>
          </a:prstGeom>
          <a:ln w="0">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5" name="PlaceHolder 1"/>
          <p:cNvSpPr>
            <a:spLocks noGrp="1"/>
          </p:cNvSpPr>
          <p:nvPr>
            <p:ph/>
          </p:nvPr>
        </p:nvSpPr>
        <p:spPr>
          <a:xfrm>
            <a:off x="0" y="0"/>
            <a:ext cx="12122640" cy="6749280"/>
          </a:xfrm>
          <a:prstGeom prst="rect">
            <a:avLst/>
          </a:prstGeom>
          <a:noFill/>
          <a:ln w="0">
            <a:noFill/>
          </a:ln>
        </p:spPr>
        <p:txBody>
          <a:bodyPr lIns="91440" rIns="91440" tIns="45720" bIns="45720" anchor="t">
            <a:noAutofit/>
          </a:bodyPr>
          <a:p>
            <a:pPr indent="0" defTabSz="914400">
              <a:lnSpc>
                <a:spcPct val="100000"/>
              </a:lnSpc>
              <a:buNone/>
              <a:tabLst>
                <a:tab algn="l" pos="0"/>
              </a:tabLst>
            </a:pPr>
            <a:endParaRPr b="0" lang="en-US" sz="2800" spc="-1" strike="noStrike">
              <a:solidFill>
                <a:schemeClr val="dk1"/>
              </a:solidFill>
              <a:latin typeface="Calibri"/>
            </a:endParaRPr>
          </a:p>
          <a:p>
            <a:pPr indent="0" defTabSz="914400">
              <a:lnSpc>
                <a:spcPct val="100000"/>
              </a:lnSpc>
              <a:buNone/>
              <a:tabLst>
                <a:tab algn="l" pos="0"/>
              </a:tabLst>
            </a:pPr>
            <a:r>
              <a:rPr b="1" lang="en-US" sz="2800" spc="-1" strike="noStrike">
                <a:solidFill>
                  <a:schemeClr val="dk1"/>
                </a:solidFill>
                <a:latin typeface="Arial"/>
              </a:rPr>
              <a:t>The data transmission modes can be characterized in the following two types based on the number of bits sent simultaneously in the network: </a:t>
            </a:r>
            <a:endParaRPr b="0" lang="en-US" sz="2800" spc="-1" strike="noStrike">
              <a:solidFill>
                <a:schemeClr val="dk1"/>
              </a:solidFill>
              <a:latin typeface="Calibri"/>
            </a:endParaRPr>
          </a:p>
          <a:p>
            <a:pPr defTabSz="914400">
              <a:lnSpc>
                <a:spcPct val="100000"/>
              </a:lnSpc>
              <a:buClr>
                <a:srgbClr val="000000"/>
              </a:buClr>
              <a:buFont typeface="Arial"/>
              <a:buAutoNum type="arabicPeriod"/>
              <a:tabLst>
                <a:tab algn="l" pos="0"/>
              </a:tabLst>
            </a:pPr>
            <a:r>
              <a:rPr b="0" lang="en-US" sz="2800" spc="-1" strike="noStrike">
                <a:solidFill>
                  <a:schemeClr val="dk1"/>
                </a:solidFill>
                <a:latin typeface="Arial"/>
              </a:rPr>
              <a:t>Serial </a:t>
            </a:r>
            <a:endParaRPr b="0" lang="en-US" sz="2800" spc="-1" strike="noStrike">
              <a:solidFill>
                <a:schemeClr val="dk1"/>
              </a:solidFill>
              <a:latin typeface="Calibri"/>
            </a:endParaRPr>
          </a:p>
          <a:p>
            <a:pPr defTabSz="914400">
              <a:lnSpc>
                <a:spcPct val="100000"/>
              </a:lnSpc>
              <a:buClr>
                <a:srgbClr val="000000"/>
              </a:buClr>
              <a:buFont typeface="Arial"/>
              <a:buAutoNum type="arabicPeriod" startAt="2"/>
              <a:tabLst>
                <a:tab algn="l" pos="0"/>
              </a:tabLst>
            </a:pPr>
            <a:r>
              <a:rPr b="0" lang="en-US" sz="2800" spc="-1" strike="noStrike">
                <a:solidFill>
                  <a:schemeClr val="dk1"/>
                </a:solidFill>
                <a:latin typeface="Arial"/>
              </a:rPr>
              <a:t>Parallel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PlaceHolder 1"/>
          <p:cNvSpPr>
            <a:spLocks noGrp="1"/>
          </p:cNvSpPr>
          <p:nvPr>
            <p:ph/>
          </p:nvPr>
        </p:nvSpPr>
        <p:spPr>
          <a:xfrm>
            <a:off x="0" y="0"/>
            <a:ext cx="12191760" cy="6857640"/>
          </a:xfrm>
          <a:prstGeom prst="rect">
            <a:avLst/>
          </a:prstGeom>
          <a:noFill/>
          <a:ln w="0">
            <a:noFill/>
          </a:ln>
        </p:spPr>
        <p:txBody>
          <a:bodyPr lIns="91440" rIns="91440" tIns="45720" bIns="45720" anchor="t">
            <a:normAutofit fontScale="33563"/>
          </a:bodyPr>
          <a:p>
            <a:pPr indent="0" defTabSz="914400">
              <a:lnSpc>
                <a:spcPct val="100000"/>
              </a:lnSpc>
              <a:buNone/>
              <a:tabLst>
                <a:tab algn="l" pos="0"/>
              </a:tabLst>
            </a:pPr>
            <a:r>
              <a:rPr b="1" i="1" lang="en-US" sz="7000" spc="-1" strike="noStrike">
                <a:solidFill>
                  <a:schemeClr val="dk1"/>
                </a:solidFill>
                <a:latin typeface="Arial"/>
              </a:rPr>
              <a:t>According to the number of bits sent simultaneously in the network: </a:t>
            </a:r>
            <a:endParaRPr b="0" lang="en-US" sz="7000" spc="-1" strike="noStrike">
              <a:solidFill>
                <a:schemeClr val="dk1"/>
              </a:solidFill>
              <a:latin typeface="Calibri"/>
            </a:endParaRPr>
          </a:p>
          <a:p>
            <a:pPr indent="0" defTabSz="914400">
              <a:lnSpc>
                <a:spcPct val="100000"/>
              </a:lnSpc>
              <a:buNone/>
              <a:tabLst>
                <a:tab algn="l" pos="0"/>
              </a:tabLst>
            </a:pPr>
            <a:r>
              <a:rPr b="1" lang="en-US" sz="7000" spc="-1" strike="noStrike">
                <a:solidFill>
                  <a:schemeClr val="dk1"/>
                </a:solidFill>
                <a:latin typeface="Arial"/>
              </a:rPr>
              <a:t>1. Serial </a:t>
            </a:r>
            <a:endParaRPr b="0" lang="en-US" sz="7000" spc="-1" strike="noStrike">
              <a:solidFill>
                <a:schemeClr val="dk1"/>
              </a:solidFill>
              <a:latin typeface="Calibri"/>
            </a:endParaRPr>
          </a:p>
          <a:p>
            <a:pPr indent="0" defTabSz="914400">
              <a:lnSpc>
                <a:spcPct val="100000"/>
              </a:lnSpc>
              <a:buNone/>
              <a:tabLst>
                <a:tab algn="l" pos="0"/>
              </a:tabLst>
            </a:pPr>
            <a:r>
              <a:rPr b="1" lang="en-US" sz="7000" spc="-1" strike="noStrike">
                <a:solidFill>
                  <a:schemeClr val="dk1"/>
                </a:solidFill>
                <a:latin typeface="Arial"/>
              </a:rPr>
              <a:t>The Serial data transmission mode is a mode in which the data bits are sent serially one after the other at a time over the transmission channel. </a:t>
            </a:r>
            <a:endParaRPr b="0" lang="en-US" sz="7000" spc="-1" strike="noStrike">
              <a:solidFill>
                <a:schemeClr val="dk1"/>
              </a:solidFill>
              <a:latin typeface="Calibri"/>
            </a:endParaRPr>
          </a:p>
          <a:p>
            <a:pPr indent="0" defTabSz="914400">
              <a:lnSpc>
                <a:spcPct val="100000"/>
              </a:lnSpc>
              <a:buNone/>
              <a:tabLst>
                <a:tab algn="l" pos="0"/>
              </a:tabLst>
            </a:pPr>
            <a:r>
              <a:rPr b="0" lang="en-US" sz="6600" spc="-1" strike="noStrike">
                <a:solidFill>
                  <a:schemeClr val="dk1"/>
                </a:solidFill>
                <a:latin typeface="Arial"/>
              </a:rPr>
              <a:t>  </a:t>
            </a:r>
            <a:r>
              <a:rPr b="0" lang="en-US" sz="105000" spc="-1" strike="noStrike">
                <a:solidFill>
                  <a:schemeClr val="dk1"/>
                </a:solidFill>
                <a:latin typeface="Arial"/>
              </a:rPr>
              <a:t>      </a:t>
            </a:r>
            <a:r>
              <a:rPr b="0" lang="en-US" sz="6600" spc="-1" strike="noStrike">
                <a:solidFill>
                  <a:schemeClr val="dk1"/>
                </a:solidFill>
                <a:latin typeface="Arial"/>
              </a:rPr>
              <a:t> </a:t>
            </a:r>
            <a:endParaRPr b="0" lang="en-US" sz="66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pic>
        <p:nvPicPr>
          <p:cNvPr id="97" name="Picture 4" descr=""/>
          <p:cNvPicPr/>
          <p:nvPr/>
        </p:nvPicPr>
        <p:blipFill>
          <a:blip r:embed="rId1"/>
          <a:stretch/>
        </p:blipFill>
        <p:spPr>
          <a:xfrm>
            <a:off x="2457000" y="2426400"/>
            <a:ext cx="6343200" cy="2950560"/>
          </a:xfrm>
          <a:prstGeom prst="rect">
            <a:avLst/>
          </a:prstGeom>
          <a:ln w="0">
            <a:noFill/>
          </a:ln>
        </p:spPr>
      </p:pic>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 name="PlaceHolder 1"/>
          <p:cNvSpPr>
            <a:spLocks noGrp="1"/>
          </p:cNvSpPr>
          <p:nvPr>
            <p:ph/>
          </p:nvPr>
        </p:nvSpPr>
        <p:spPr>
          <a:xfrm>
            <a:off x="0" y="0"/>
            <a:ext cx="12191760" cy="685764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It needs a single transmission line for communication.</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The data bits are received in synchronization with one another. So, there is a challenge of synchronizing the transmitter and receiver.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In serial data transmission, the system takes several clock cycles to transmit the data stream.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In this mode, the data integrity is maintained, as it transmits the data bits in a specific order, one after the other.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This type of transmission mode is best suited for long-distance data transfer, or the amount of data being sent is relatively small.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For Example, Data transmission between two computers using serial ports.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9" name="PlaceHolder 1"/>
          <p:cNvSpPr>
            <a:spLocks noGrp="1"/>
          </p:cNvSpPr>
          <p:nvPr>
            <p:ph/>
          </p:nvPr>
        </p:nvSpPr>
        <p:spPr>
          <a:xfrm>
            <a:off x="0" y="0"/>
            <a:ext cx="12146040" cy="68576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Following are the advantages of using a serial transmission mode: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a:pPr>
            <a:r>
              <a:rPr b="0" lang="en-US" sz="2800" spc="-1" strike="noStrike">
                <a:solidFill>
                  <a:schemeClr val="dk1"/>
                </a:solidFill>
                <a:latin typeface="Calibri"/>
              </a:rPr>
              <a:t>It can be used for long-distance data transmission as it is reliable.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a:pPr>
            <a:r>
              <a:rPr b="0" lang="en-US" sz="2800" spc="-1" strike="noStrike">
                <a:solidFill>
                  <a:schemeClr val="dk1"/>
                </a:solidFill>
                <a:latin typeface="Calibri"/>
              </a:rPr>
              <a:t>The number of wires and complexity is less.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a:pPr>
            <a:r>
              <a:rPr b="0" lang="en-US" sz="2800" spc="-1" strike="noStrike">
                <a:solidFill>
                  <a:schemeClr val="dk1"/>
                </a:solidFill>
                <a:latin typeface="Calibri"/>
              </a:rPr>
              <a:t>It is cost-effective.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Following are the disadvantages of using a serial transmission mode: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a:pPr>
            <a:r>
              <a:rPr b="0" lang="en-US" sz="2800" spc="-1" strike="noStrike">
                <a:solidFill>
                  <a:schemeClr val="dk1"/>
                </a:solidFill>
                <a:latin typeface="Calibri"/>
              </a:rPr>
              <a:t>The Data transmission rate is slow due to a single transmission channel.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 name="PlaceHolder 1"/>
          <p:cNvSpPr>
            <a:spLocks noGrp="1"/>
          </p:cNvSpPr>
          <p:nvPr>
            <p:ph/>
          </p:nvPr>
        </p:nvSpPr>
        <p:spPr>
          <a:xfrm>
            <a:off x="0" y="0"/>
            <a:ext cx="12191760" cy="68576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2800" spc="-1" strike="noStrike">
                <a:solidFill>
                  <a:schemeClr val="dk1"/>
                </a:solidFill>
                <a:latin typeface="Calibri"/>
              </a:rPr>
              <a:t> </a:t>
            </a:r>
            <a:r>
              <a:rPr b="1" lang="en-US" sz="2800" spc="-1" strike="noStrike">
                <a:solidFill>
                  <a:schemeClr val="dk1"/>
                </a:solidFill>
                <a:latin typeface="Calibri"/>
              </a:rPr>
              <a:t>Parallel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The Parallel data transmission mode is a mode in which the data bits are sent parallelly at a time. </a:t>
            </a:r>
            <a:r>
              <a:rPr b="0" lang="en-US" sz="2800" spc="-1" strike="noStrike">
                <a:solidFill>
                  <a:schemeClr val="dk1"/>
                </a:solidFill>
                <a:latin typeface="Calibri"/>
              </a:rPr>
              <a:t>In other words, there is a transmission of n-bits at the same time simultaneously.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pic>
        <p:nvPicPr>
          <p:cNvPr id="101" name="Picture 4" descr=""/>
          <p:cNvPicPr/>
          <p:nvPr/>
        </p:nvPicPr>
        <p:blipFill>
          <a:blip r:embed="rId1"/>
          <a:stretch/>
        </p:blipFill>
        <p:spPr>
          <a:xfrm>
            <a:off x="2146320" y="3002400"/>
            <a:ext cx="7679880" cy="3643560"/>
          </a:xfrm>
          <a:prstGeom prst="rect">
            <a:avLst/>
          </a:prstGeom>
          <a:ln w="0">
            <a:noFill/>
          </a:ln>
        </p:spPr>
      </p:pic>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2" name="PlaceHolder 1"/>
          <p:cNvSpPr>
            <a:spLocks noGrp="1"/>
          </p:cNvSpPr>
          <p:nvPr>
            <p:ph/>
          </p:nvPr>
        </p:nvSpPr>
        <p:spPr>
          <a:xfrm>
            <a:off x="0" y="0"/>
            <a:ext cx="12191760" cy="68576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Multiple transmission lines are used in such modes of transmission.</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So, multiple data bytes can be transmitted in a single system clock.</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This mode of transmission is used when a large amount of data has to be sent in a shorter duration of time.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It is mostly used for short-distance communication.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For n-bits, we need n-transmission lines. So, the complexity of the network increases but the transmission speed is high.</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If two or more transmission lines are too close to each other, then there may be a chance of interference in the data, degrading the signal quality.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For Example, Data transmission between computer and printer.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3" name="PlaceHolder 1"/>
          <p:cNvSpPr>
            <a:spLocks noGrp="1"/>
          </p:cNvSpPr>
          <p:nvPr>
            <p:ph/>
          </p:nvPr>
        </p:nvSpPr>
        <p:spPr>
          <a:xfrm>
            <a:off x="0" y="0"/>
            <a:ext cx="12191760" cy="6755400"/>
          </a:xfrm>
          <a:prstGeom prst="rect">
            <a:avLst/>
          </a:prstGeom>
          <a:noFill/>
          <a:ln w="0">
            <a:noFill/>
          </a:ln>
        </p:spPr>
        <p:txBody>
          <a:bodyPr lIns="91440" rIns="91440" tIns="45720" bIns="45720" anchor="t">
            <a:normAutofit/>
          </a:bodyPr>
          <a:p>
            <a:pPr indent="0" defTabSz="914400">
              <a:lnSpc>
                <a:spcPct val="100000"/>
              </a:lnSpc>
              <a:buNone/>
              <a:tabLst>
                <a:tab algn="l" pos="0"/>
              </a:tabLst>
            </a:pPr>
            <a:r>
              <a:rPr b="1" lang="en-US" sz="2800" spc="-1" strike="noStrike">
                <a:solidFill>
                  <a:schemeClr val="dk1"/>
                </a:solidFill>
                <a:latin typeface="Arial"/>
              </a:rPr>
              <a:t>Following are the advantages of using a parallel transmission mode: </a:t>
            </a:r>
            <a:endParaRPr b="0" lang="en-US" sz="2800" spc="-1" strike="noStrike">
              <a:solidFill>
                <a:schemeClr val="dk1"/>
              </a:solidFill>
              <a:latin typeface="Calibri"/>
            </a:endParaRPr>
          </a:p>
          <a:p>
            <a:pPr defTabSz="914400">
              <a:lnSpc>
                <a:spcPct val="100000"/>
              </a:lnSpc>
              <a:buClr>
                <a:srgbClr val="000000"/>
              </a:buClr>
              <a:buFont typeface="OpenSymbol"/>
              <a:buAutoNum type="arabicPeriod"/>
              <a:tabLst>
                <a:tab algn="l" pos="0"/>
              </a:tabLst>
            </a:pPr>
            <a:r>
              <a:rPr b="0" lang="en-US" sz="2800" spc="-1" strike="noStrike">
                <a:solidFill>
                  <a:schemeClr val="dk1"/>
                </a:solidFill>
                <a:latin typeface="Arial"/>
              </a:rPr>
              <a:t>It is easy to program or implement. </a:t>
            </a:r>
            <a:endParaRPr b="0" lang="en-US" sz="2800" spc="-1" strike="noStrike">
              <a:solidFill>
                <a:schemeClr val="dk1"/>
              </a:solidFill>
              <a:latin typeface="Calibri"/>
            </a:endParaRPr>
          </a:p>
          <a:p>
            <a:pPr defTabSz="914400">
              <a:lnSpc>
                <a:spcPct val="100000"/>
              </a:lnSpc>
              <a:buClr>
                <a:srgbClr val="000000"/>
              </a:buClr>
              <a:buFont typeface="OpenSymbol"/>
              <a:buAutoNum type="arabicPeriod" startAt="2"/>
              <a:tabLst>
                <a:tab algn="l" pos="0"/>
              </a:tabLst>
            </a:pPr>
            <a:r>
              <a:rPr b="0" lang="en-US" sz="2800" spc="-1" strike="noStrike">
                <a:solidFill>
                  <a:schemeClr val="dk1"/>
                </a:solidFill>
                <a:latin typeface="Arial"/>
              </a:rPr>
              <a:t>Data transmission speed is high due to the n-transmission channel. </a:t>
            </a:r>
            <a:endParaRPr b="0" lang="en-US" sz="2800" spc="-1" strike="noStrike">
              <a:solidFill>
                <a:schemeClr val="dk1"/>
              </a:solidFill>
              <a:latin typeface="Calibri"/>
            </a:endParaRPr>
          </a:p>
          <a:p>
            <a:pPr indent="0" defTabSz="914400">
              <a:lnSpc>
                <a:spcPct val="100000"/>
              </a:lnSpc>
              <a:buNone/>
              <a:tabLst>
                <a:tab algn="l" pos="0"/>
              </a:tabLst>
            </a:pPr>
            <a:r>
              <a:rPr b="1" lang="en-US" sz="2800" spc="-1" strike="noStrike">
                <a:solidFill>
                  <a:schemeClr val="dk1"/>
                </a:solidFill>
                <a:latin typeface="Arial"/>
              </a:rPr>
              <a:t>Following are the disadvantages of using a parallel transmission mode: </a:t>
            </a:r>
            <a:endParaRPr b="0" lang="en-US" sz="2800" spc="-1" strike="noStrike">
              <a:solidFill>
                <a:schemeClr val="dk1"/>
              </a:solidFill>
              <a:latin typeface="Calibri"/>
            </a:endParaRPr>
          </a:p>
          <a:p>
            <a:pPr defTabSz="914400">
              <a:lnSpc>
                <a:spcPct val="100000"/>
              </a:lnSpc>
              <a:buClr>
                <a:srgbClr val="000000"/>
              </a:buClr>
              <a:buFont typeface="OpenSymbol"/>
              <a:buAutoNum type="arabicPeriod"/>
              <a:tabLst>
                <a:tab algn="l" pos="0"/>
              </a:tabLst>
            </a:pPr>
            <a:r>
              <a:rPr b="0" lang="en-US" sz="2800" spc="-1" strike="noStrike">
                <a:solidFill>
                  <a:schemeClr val="dk1"/>
                </a:solidFill>
                <a:latin typeface="Arial"/>
              </a:rPr>
              <a:t>It requires more transmission channels, and hence cost-ineffective. </a:t>
            </a:r>
            <a:endParaRPr b="0" lang="en-US" sz="2800" spc="-1" strike="noStrike">
              <a:solidFill>
                <a:schemeClr val="dk1"/>
              </a:solidFill>
              <a:latin typeface="Calibri"/>
            </a:endParaRPr>
          </a:p>
          <a:p>
            <a:pPr defTabSz="914400">
              <a:lnSpc>
                <a:spcPct val="100000"/>
              </a:lnSpc>
              <a:buClr>
                <a:srgbClr val="000000"/>
              </a:buClr>
              <a:buFont typeface="OpenSymbol"/>
              <a:buAutoNum type="arabicPeriod" startAt="2"/>
              <a:tabLst>
                <a:tab algn="l" pos="0"/>
              </a:tabLst>
            </a:pPr>
            <a:r>
              <a:rPr b="0" lang="en-US" sz="2800" spc="-1" strike="noStrike">
                <a:solidFill>
                  <a:schemeClr val="dk1"/>
                </a:solidFill>
                <a:latin typeface="Arial"/>
              </a:rPr>
              <a:t>Interference in data bits, likewise in video conferencing. </a:t>
            </a:r>
            <a:endParaRPr b="0" lang="en-US" sz="2800" spc="-1" strike="noStrike">
              <a:solidFill>
                <a:schemeClr val="dk1"/>
              </a:solidFill>
              <a:latin typeface="Calibri"/>
            </a:endParaRPr>
          </a:p>
          <a:p>
            <a:pPr indent="0" defTabSz="914400">
              <a:lnSpc>
                <a:spcPct val="100000"/>
              </a:lnSpc>
              <a:buNone/>
              <a:tabLst>
                <a:tab algn="l" pos="0"/>
              </a:tabLst>
            </a:pPr>
            <a:r>
              <a:rPr b="1" lang="en-US" sz="2800" spc="-1" strike="noStrike">
                <a:solidFill>
                  <a:schemeClr val="dk1"/>
                </a:solidFill>
                <a:latin typeface="Arial"/>
              </a:rPr>
              <a:t>Hence, after learning the various transmission modes, we can conclude that some points need to be considered when selecting a data transmission mode: </a:t>
            </a:r>
            <a:endParaRPr b="0" lang="en-US" sz="2800" spc="-1" strike="noStrike">
              <a:solidFill>
                <a:schemeClr val="dk1"/>
              </a:solidFill>
              <a:latin typeface="Calibri"/>
            </a:endParaRPr>
          </a:p>
          <a:p>
            <a:pPr defTabSz="914400">
              <a:lnSpc>
                <a:spcPct val="100000"/>
              </a:lnSpc>
              <a:buClr>
                <a:srgbClr val="000000"/>
              </a:buClr>
              <a:buFont typeface="Symbol" charset="2"/>
              <a:buChar char=""/>
              <a:tabLst>
                <a:tab algn="l" pos="0"/>
              </a:tabLst>
            </a:pPr>
            <a:r>
              <a:rPr b="1" lang="en-US" sz="2800" spc="-1" strike="noStrike">
                <a:solidFill>
                  <a:schemeClr val="dk1"/>
                </a:solidFill>
                <a:latin typeface="Arial"/>
              </a:rPr>
              <a:t>Transmission Rate. </a:t>
            </a:r>
            <a:endParaRPr b="0" lang="en-US" sz="2800" spc="-1" strike="noStrike">
              <a:solidFill>
                <a:schemeClr val="dk1"/>
              </a:solidFill>
              <a:latin typeface="Calibri"/>
            </a:endParaRPr>
          </a:p>
          <a:p>
            <a:pPr defTabSz="914400">
              <a:lnSpc>
                <a:spcPct val="100000"/>
              </a:lnSpc>
              <a:buClr>
                <a:srgbClr val="000000"/>
              </a:buClr>
              <a:buFont typeface="Symbol" charset="2"/>
              <a:buChar char=""/>
              <a:tabLst>
                <a:tab algn="l" pos="0"/>
              </a:tabLst>
            </a:pPr>
            <a:r>
              <a:rPr b="1" lang="en-US" sz="2800" spc="-1" strike="noStrike">
                <a:solidFill>
                  <a:schemeClr val="dk1"/>
                </a:solidFill>
                <a:latin typeface="Arial"/>
              </a:rPr>
              <a:t>The Distance that it covers. </a:t>
            </a:r>
            <a:endParaRPr b="0" lang="en-US" sz="2800" spc="-1" strike="noStrike">
              <a:solidFill>
                <a:schemeClr val="dk1"/>
              </a:solidFill>
              <a:latin typeface="Calibri"/>
            </a:endParaRPr>
          </a:p>
          <a:p>
            <a:pPr defTabSz="914400">
              <a:lnSpc>
                <a:spcPct val="100000"/>
              </a:lnSpc>
              <a:buClr>
                <a:srgbClr val="000000"/>
              </a:buClr>
              <a:buFont typeface="Symbol" charset="2"/>
              <a:buChar char=""/>
              <a:tabLst>
                <a:tab algn="l" pos="0"/>
              </a:tabLst>
            </a:pPr>
            <a:r>
              <a:rPr b="1" lang="en-US" sz="2800" spc="-1" strike="noStrike">
                <a:solidFill>
                  <a:schemeClr val="dk1"/>
                </a:solidFill>
                <a:latin typeface="Arial"/>
              </a:rPr>
              <a:t>Cost and Ease of Installation. </a:t>
            </a:r>
            <a:endParaRPr b="0" lang="en-US" sz="2800" spc="-1" strike="noStrike">
              <a:solidFill>
                <a:schemeClr val="dk1"/>
              </a:solidFill>
              <a:latin typeface="Calibri"/>
            </a:endParaRPr>
          </a:p>
          <a:p>
            <a:pPr defTabSz="914400">
              <a:lnSpc>
                <a:spcPct val="100000"/>
              </a:lnSpc>
              <a:buClr>
                <a:srgbClr val="000000"/>
              </a:buClr>
              <a:buFont typeface="Symbol" charset="2"/>
              <a:buChar char=""/>
              <a:tabLst>
                <a:tab algn="l" pos="0"/>
              </a:tabLst>
            </a:pPr>
            <a:r>
              <a:rPr b="1" lang="en-US" sz="2800" spc="-1" strike="noStrike">
                <a:solidFill>
                  <a:schemeClr val="dk1"/>
                </a:solidFill>
                <a:latin typeface="Arial"/>
              </a:rPr>
              <a:t>The resistance of environmental conditions.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 name="PlaceHolder 1"/>
          <p:cNvSpPr>
            <a:spLocks noGrp="1"/>
          </p:cNvSpPr>
          <p:nvPr>
            <p:ph/>
          </p:nvPr>
        </p:nvSpPr>
        <p:spPr>
          <a:xfrm>
            <a:off x="0" y="0"/>
            <a:ext cx="12191760" cy="6857640"/>
          </a:xfrm>
          <a:prstGeom prst="rect">
            <a:avLst/>
          </a:prstGeom>
          <a:noFill/>
          <a:ln w="0">
            <a:noFill/>
          </a:ln>
        </p:spPr>
        <p:txBody>
          <a:bodyPr lIns="91440" rIns="91440" tIns="45720" bIns="45720" anchor="t">
            <a:noAutofit/>
          </a:bodyPr>
          <a:p>
            <a:pPr indent="0" defTabSz="914400">
              <a:lnSpc>
                <a:spcPct val="100000"/>
              </a:lnSpc>
              <a:buNone/>
              <a:tabLst>
                <a:tab algn="l" pos="0"/>
              </a:tabLst>
            </a:pPr>
            <a:r>
              <a:rPr b="1" lang="en-US" sz="2800" spc="-1" strike="noStrike">
                <a:solidFill>
                  <a:schemeClr val="dk1"/>
                </a:solidFill>
                <a:latin typeface="Arial"/>
              </a:rPr>
              <a:t>The data transmission modes can be characterized in the following two types based on the synchronization between the transmitter and the receiver: ( Serial )</a:t>
            </a:r>
            <a:endParaRPr b="0" lang="en-US" sz="2800" spc="-1" strike="noStrike">
              <a:solidFill>
                <a:schemeClr val="dk1"/>
              </a:solidFill>
              <a:latin typeface="Calibri"/>
            </a:endParaRPr>
          </a:p>
          <a:p>
            <a:pPr defTabSz="914400">
              <a:lnSpc>
                <a:spcPct val="100000"/>
              </a:lnSpc>
              <a:buClr>
                <a:srgbClr val="000000"/>
              </a:buClr>
              <a:buFont typeface="OpenSymbol"/>
              <a:buAutoNum type="arabicPeriod"/>
              <a:tabLst>
                <a:tab algn="l" pos="0"/>
              </a:tabLst>
            </a:pPr>
            <a:r>
              <a:rPr b="0" lang="en-US" sz="2800" spc="-1" strike="noStrike">
                <a:solidFill>
                  <a:schemeClr val="dk1"/>
                </a:solidFill>
                <a:latin typeface="Arial"/>
              </a:rPr>
              <a:t>Synchronous </a:t>
            </a:r>
            <a:endParaRPr b="0" lang="en-US" sz="2800" spc="-1" strike="noStrike">
              <a:solidFill>
                <a:schemeClr val="dk1"/>
              </a:solidFill>
              <a:latin typeface="Calibri"/>
            </a:endParaRPr>
          </a:p>
          <a:p>
            <a:pPr defTabSz="914400">
              <a:lnSpc>
                <a:spcPct val="100000"/>
              </a:lnSpc>
              <a:buClr>
                <a:srgbClr val="000000"/>
              </a:buClr>
              <a:buFont typeface="OpenSymbol"/>
              <a:buAutoNum type="arabicPeriod" startAt="2"/>
              <a:tabLst>
                <a:tab algn="l" pos="0"/>
              </a:tabLst>
            </a:pPr>
            <a:r>
              <a:rPr b="0" lang="en-US" sz="2800" spc="-1" strike="noStrike">
                <a:solidFill>
                  <a:schemeClr val="dk1"/>
                </a:solidFill>
                <a:latin typeface="Arial"/>
              </a:rPr>
              <a:t>Asynchronous </a:t>
            </a:r>
            <a:endParaRPr b="0" lang="en-US" sz="2800" spc="-1" strike="noStrike">
              <a:solidFill>
                <a:schemeClr val="dk1"/>
              </a:solidFill>
              <a:latin typeface="Calibri"/>
            </a:endParaRPr>
          </a:p>
          <a:p>
            <a:pPr indent="0" defTabSz="914400">
              <a:lnSpc>
                <a:spcPct val="100000"/>
              </a:lnSpc>
              <a:buNone/>
              <a:tabLst>
                <a:tab algn="l" pos="0"/>
              </a:tabLst>
            </a:pPr>
            <a:endParaRPr b="0" lang="en-US" sz="2800" spc="-1" strike="noStrike">
              <a:solidFill>
                <a:schemeClr val="dk1"/>
              </a:solidFill>
              <a:latin typeface="Calibri"/>
            </a:endParaRPr>
          </a:p>
          <a:p>
            <a:pPr indent="0" defTabSz="914400">
              <a:lnSpc>
                <a:spcPct val="100000"/>
              </a:lnSpc>
              <a:buNone/>
              <a:tabLst>
                <a:tab algn="l" pos="0"/>
              </a:tabLst>
            </a:pPr>
            <a:endParaRPr b="0" lang="en-US" sz="2800" spc="-1" strike="noStrike">
              <a:solidFill>
                <a:schemeClr val="dk1"/>
              </a:solidFill>
              <a:latin typeface="Calibri"/>
            </a:endParaRPr>
          </a:p>
          <a:p>
            <a:pPr indent="0" defTabSz="914400">
              <a:lnSpc>
                <a:spcPct val="100000"/>
              </a:lnSpc>
              <a:buNone/>
              <a:tabLst>
                <a:tab algn="l" pos="0"/>
              </a:tabLst>
            </a:pPr>
            <a:endParaRPr b="0" lang="en-US" sz="2800" spc="-1" strike="noStrike">
              <a:solidFill>
                <a:schemeClr val="dk1"/>
              </a:solidFill>
              <a:latin typeface="Calibri"/>
            </a:endParaRPr>
          </a:p>
          <a:p>
            <a:pPr indent="0" defTabSz="914400">
              <a:lnSpc>
                <a:spcPct val="100000"/>
              </a:lnSpc>
              <a:buNone/>
              <a:tabLst>
                <a:tab algn="l" pos="0"/>
              </a:tabLst>
            </a:pPr>
            <a:endParaRPr b="0" lang="en-US" sz="2800" spc="-1" strike="noStrike">
              <a:solidFill>
                <a:schemeClr val="dk1"/>
              </a:solidFill>
              <a:latin typeface="Calibri"/>
            </a:endParaRPr>
          </a:p>
          <a:p>
            <a:pPr indent="0" defTabSz="914400">
              <a:lnSpc>
                <a:spcPct val="100000"/>
              </a:lnSpc>
              <a:buNone/>
              <a:tabLst>
                <a:tab algn="l" pos="0"/>
              </a:tabLst>
            </a:pP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5" name="PlaceHolder 1"/>
          <p:cNvSpPr>
            <a:spLocks noGrp="1"/>
          </p:cNvSpPr>
          <p:nvPr>
            <p:ph/>
          </p:nvPr>
        </p:nvSpPr>
        <p:spPr>
          <a:xfrm>
            <a:off x="0" y="0"/>
            <a:ext cx="12191760" cy="6857640"/>
          </a:xfrm>
          <a:prstGeom prst="rect">
            <a:avLst/>
          </a:prstGeom>
          <a:noFill/>
          <a:ln w="0">
            <a:noFill/>
          </a:ln>
        </p:spPr>
        <p:txBody>
          <a:bodyPr lIns="91440" rIns="91440" tIns="45720" bIns="45720" anchor="t">
            <a:normAutofit fontScale="87480"/>
          </a:bodyPr>
          <a:p>
            <a:pPr indent="0" defTabSz="914400">
              <a:lnSpc>
                <a:spcPct val="100000"/>
              </a:lnSpc>
              <a:buNone/>
              <a:tabLst>
                <a:tab algn="l" pos="0"/>
              </a:tabLst>
            </a:pPr>
            <a:r>
              <a:rPr b="1" i="1" lang="en-US" sz="2800" spc="-1" strike="noStrike">
                <a:solidFill>
                  <a:schemeClr val="dk1"/>
                </a:solidFill>
                <a:latin typeface="Times New Roman"/>
              </a:rPr>
              <a:t>According to the synchronization between the transmitter and the receiver: </a:t>
            </a:r>
            <a:endParaRPr b="0" lang="en-US" sz="2800" spc="-1" strike="noStrike">
              <a:solidFill>
                <a:schemeClr val="dk1"/>
              </a:solidFill>
              <a:latin typeface="Calibri"/>
            </a:endParaRPr>
          </a:p>
          <a:p>
            <a:pPr indent="0" defTabSz="914400">
              <a:lnSpc>
                <a:spcPct val="100000"/>
              </a:lnSpc>
              <a:buNone/>
              <a:tabLst>
                <a:tab algn="l" pos="0"/>
              </a:tabLst>
            </a:pPr>
            <a:r>
              <a:rPr b="1" lang="en-US" sz="2800" spc="-1" strike="noStrike">
                <a:solidFill>
                  <a:schemeClr val="dk1"/>
                </a:solidFill>
                <a:latin typeface="Times New Roman"/>
              </a:rPr>
              <a:t>1. Synchronous </a:t>
            </a:r>
            <a:endParaRPr b="0" lang="en-US" sz="2800" spc="-1" strike="noStrike">
              <a:solidFill>
                <a:schemeClr val="dk1"/>
              </a:solidFill>
              <a:latin typeface="Calibri"/>
            </a:endParaRPr>
          </a:p>
          <a:p>
            <a:pPr indent="0" defTabSz="914400">
              <a:lnSpc>
                <a:spcPct val="100000"/>
              </a:lnSpc>
              <a:buNone/>
              <a:tabLst>
                <a:tab algn="l" pos="0"/>
              </a:tabLst>
            </a:pPr>
            <a:r>
              <a:rPr b="1" lang="en-US" sz="2800" spc="-1" strike="noStrike">
                <a:solidFill>
                  <a:schemeClr val="dk1"/>
                </a:solidFill>
                <a:latin typeface="Times New Roman"/>
              </a:rPr>
              <a:t>The Synchronous transmission mode is a mode of communication in which the bits are sent one after another without any start/stop bits or gaps between them. </a:t>
            </a:r>
            <a:endParaRPr b="0" lang="en-US" sz="2800" spc="-1" strike="noStrike">
              <a:solidFill>
                <a:schemeClr val="dk1"/>
              </a:solidFill>
              <a:latin typeface="Calibri"/>
            </a:endParaRPr>
          </a:p>
          <a:p>
            <a:pPr indent="0" defTabSz="914400">
              <a:lnSpc>
                <a:spcPct val="100000"/>
              </a:lnSpc>
              <a:buNone/>
              <a:tabLst>
                <a:tab algn="l" pos="0"/>
              </a:tabLst>
            </a:pPr>
            <a:r>
              <a:rPr b="0" lang="en-US" sz="2800" spc="-1" strike="noStrike">
                <a:solidFill>
                  <a:schemeClr val="dk1"/>
                </a:solidFill>
                <a:latin typeface="Times New Roman"/>
              </a:rPr>
              <a:t>Actually, both the sender and receiver are paced by the same system clock. </a:t>
            </a:r>
            <a:endParaRPr b="0" lang="en-US" sz="2800" spc="-1" strike="noStrike">
              <a:solidFill>
                <a:schemeClr val="dk1"/>
              </a:solidFill>
              <a:latin typeface="Calibri"/>
            </a:endParaRPr>
          </a:p>
          <a:p>
            <a:pPr indent="0" defTabSz="914400">
              <a:lnSpc>
                <a:spcPct val="100000"/>
              </a:lnSpc>
              <a:buNone/>
              <a:tabLst>
                <a:tab algn="l" pos="0"/>
              </a:tabLst>
            </a:pPr>
            <a:r>
              <a:rPr b="0" lang="en-US" sz="2800" spc="-1" strike="noStrike">
                <a:solidFill>
                  <a:schemeClr val="dk1"/>
                </a:solidFill>
                <a:latin typeface="Times New Roman"/>
              </a:rPr>
              <a:t>In this way, synchronization is achieved.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In a Synchronous mode of data transmission, bytes are transmitted as blocks in a continuous stream of bits.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Since there is no start and stop bits in the message block.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It is the responsibility of the receiver to group the bits correctly.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receiver counts the bits as they arrive and groups them in eight bits unit.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receiver continuously receives the information at the same rate that the transmitter has sent it.</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It also listens to the messages even if no bits are transmitted.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In synchronous mode, the bits are sent successively with no separation between each character, so it becomes necessary to insert some synchronization elements with the message, this is called " </a:t>
            </a:r>
            <a:r>
              <a:rPr b="1" lang="en-US" sz="2800" spc="-1" strike="noStrike">
                <a:solidFill>
                  <a:schemeClr val="dk1"/>
                </a:solidFill>
                <a:latin typeface="Calibri"/>
              </a:rPr>
              <a:t>Character-Level Synchronization </a:t>
            </a:r>
            <a:r>
              <a:rPr b="0" lang="en-US" sz="2800" spc="-1" strike="noStrike">
                <a:solidFill>
                  <a:schemeClr val="dk1"/>
                </a:solidFill>
                <a:latin typeface="Calibri"/>
              </a:rPr>
              <a:t>".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6" name="PlaceHolder 1"/>
          <p:cNvSpPr>
            <a:spLocks noGrp="1"/>
          </p:cNvSpPr>
          <p:nvPr>
            <p:ph/>
          </p:nvPr>
        </p:nvSpPr>
        <p:spPr>
          <a:xfrm>
            <a:off x="0" y="0"/>
            <a:ext cx="12191760" cy="6857640"/>
          </a:xfrm>
          <a:prstGeom prst="rect">
            <a:avLst/>
          </a:prstGeom>
          <a:noFill/>
          <a:ln w="0">
            <a:noFill/>
          </a:ln>
        </p:spPr>
        <p:txBody>
          <a:bodyPr lIns="91440" rIns="91440" tIns="45720" bIns="45720" anchor="t">
            <a:normAutofit fontScale="93550" lnSpcReduction="10000"/>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For Example, if there are two bytes of data, say(10001101, 11001011) then it will be transmitted in the synchronous mode as follows:</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For Example, communication in CPU, RAM, etc.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Following are the advantages of using a Synchronous transmission mode: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a:pPr>
            <a:r>
              <a:rPr b="0" lang="en-US" sz="2800" spc="-1" strike="noStrike">
                <a:solidFill>
                  <a:schemeClr val="dk1"/>
                </a:solidFill>
                <a:latin typeface="Calibri"/>
              </a:rPr>
              <a:t>Transmission speed is fast as there is no gap between the data bits.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Following are the disadvantages of using a Synchronous transmission mode: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a:pPr>
            <a:r>
              <a:rPr b="0" lang="en-US" sz="2800" spc="-1" strike="noStrike">
                <a:solidFill>
                  <a:schemeClr val="dk1"/>
                </a:solidFill>
                <a:latin typeface="Calibri"/>
              </a:rPr>
              <a:t>It is very expensive.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pic>
        <p:nvPicPr>
          <p:cNvPr id="107" name="Picture 6" descr=""/>
          <p:cNvPicPr/>
          <p:nvPr/>
        </p:nvPicPr>
        <p:blipFill>
          <a:blip r:embed="rId1"/>
          <a:stretch/>
        </p:blipFill>
        <p:spPr>
          <a:xfrm>
            <a:off x="2924280" y="798840"/>
            <a:ext cx="6343200" cy="2993040"/>
          </a:xfrm>
          <a:prstGeom prst="rect">
            <a:avLst/>
          </a:prstGeom>
          <a:ln w="0">
            <a:noFill/>
          </a:ln>
        </p:spPr>
      </p:pic>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8" name="PlaceHolder 1"/>
          <p:cNvSpPr>
            <a:spLocks noGrp="1"/>
          </p:cNvSpPr>
          <p:nvPr>
            <p:ph/>
          </p:nvPr>
        </p:nvSpPr>
        <p:spPr>
          <a:xfrm>
            <a:off x="0" y="0"/>
            <a:ext cx="12191760" cy="68576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2800" spc="-1" strike="noStrike">
                <a:solidFill>
                  <a:schemeClr val="dk1"/>
                </a:solidFill>
                <a:latin typeface="Calibri"/>
              </a:rPr>
              <a:t>2. Asynchronous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The Asynchronous transmission mode is a mode of communication in which a start and the stop bit is introduced in the message during transmission.</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 </a:t>
            </a:r>
            <a:r>
              <a:rPr b="0" lang="en-US" sz="2800" spc="-1" strike="noStrike">
                <a:solidFill>
                  <a:schemeClr val="dk1"/>
                </a:solidFill>
                <a:latin typeface="Calibri"/>
              </a:rPr>
              <a:t>The start and stop bits ensure that the data is transmitted correctly from the sender to the receiver.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Generally, the start bit is '0' and the end bit is '1'.Asynchronous here means 'asynchronous at the byte level', but the bits are still synchronized.</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The time duration between each character is the same and synchronized.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In an asynchronous mode of communication, data bits can be sent at any point in time.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messages are sent at irregular intervals and only one data byte can be sent at a time.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This type of transmission mode is best suited for short-distance data transfer.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9" name="PlaceHolder 1"/>
          <p:cNvSpPr>
            <a:spLocks noGrp="1"/>
          </p:cNvSpPr>
          <p:nvPr>
            <p:ph/>
          </p:nvPr>
        </p:nvSpPr>
        <p:spPr>
          <a:xfrm>
            <a:off x="0" y="0"/>
            <a:ext cx="12191760" cy="6857640"/>
          </a:xfrm>
          <a:prstGeom prst="rect">
            <a:avLst/>
          </a:prstGeom>
          <a:noFill/>
          <a:ln w="0">
            <a:noFill/>
          </a:ln>
        </p:spPr>
        <p:txBody>
          <a:bodyPr lIns="91440" rIns="91440" tIns="45720" bIns="45720" anchor="t">
            <a:normAutofit fontScale="87480" lnSpcReduction="20000"/>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For Example, if there are two bytes of data, say(10001101, 11001011) then it will be transmitted in the asynchronous mode as follows: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indent="0" defTabSz="914400">
              <a:lnSpc>
                <a:spcPct val="90000"/>
              </a:lnSpc>
              <a:spcBef>
                <a:spcPts val="1001"/>
              </a:spcBef>
              <a:buNone/>
              <a:tabLst>
                <a:tab algn="l" pos="0"/>
              </a:tabLst>
            </a:pPr>
            <a:r>
              <a:rPr b="0" lang="en-US" sz="2800" spc="-1" strike="noStrike">
                <a:solidFill>
                  <a:schemeClr val="dk1"/>
                </a:solidFill>
                <a:latin typeface="Calibri"/>
              </a:rPr>
              <a:t>Example, Data input from a keyboard to the computer.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Following are the advantages of using an Asynchronous transmission mode: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a:tabLst>
                <a:tab algn="l" pos="0"/>
              </a:tabLst>
            </a:pPr>
            <a:r>
              <a:rPr b="0" lang="en-US" sz="2800" spc="-1" strike="noStrike">
                <a:solidFill>
                  <a:schemeClr val="dk1"/>
                </a:solidFill>
                <a:latin typeface="Calibri"/>
              </a:rPr>
              <a:t>It is a cheap and effective mode of transmission.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a:tabLst>
                <a:tab algn="l" pos="0"/>
              </a:tabLst>
            </a:pPr>
            <a:r>
              <a:rPr b="0" lang="en-US" sz="2800" spc="-1" strike="noStrike">
                <a:solidFill>
                  <a:schemeClr val="dk1"/>
                </a:solidFill>
                <a:latin typeface="Calibri"/>
              </a:rPr>
              <a:t>Data transmission accuracy is high due to the presence of start and stop bits.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Following are the disadvantages of using an Asynchronous transmission mode: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a:tabLst>
                <a:tab algn="l" pos="0"/>
              </a:tabLst>
            </a:pPr>
            <a:r>
              <a:rPr b="0" lang="en-US" sz="2800" spc="-1" strike="noStrike">
                <a:solidFill>
                  <a:schemeClr val="dk1"/>
                </a:solidFill>
                <a:latin typeface="Calibri"/>
              </a:rPr>
              <a:t>The data transmission can be slower due to the gaps present between different blocks of data.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pic>
        <p:nvPicPr>
          <p:cNvPr id="110" name="Picture 4" descr=""/>
          <p:cNvPicPr/>
          <p:nvPr/>
        </p:nvPicPr>
        <p:blipFill>
          <a:blip r:embed="rId1"/>
          <a:stretch/>
        </p:blipFill>
        <p:spPr>
          <a:xfrm>
            <a:off x="2202120" y="721800"/>
            <a:ext cx="6343200" cy="2425320"/>
          </a:xfrm>
          <a:prstGeom prst="rect">
            <a:avLst/>
          </a:prstGeom>
          <a:ln w="0">
            <a:noFill/>
          </a:ln>
        </p:spPr>
      </p:pic>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1" name="PlaceHolder 1"/>
          <p:cNvSpPr>
            <a:spLocks noGrp="1"/>
          </p:cNvSpPr>
          <p:nvPr>
            <p:ph/>
          </p:nvPr>
        </p:nvSpPr>
        <p:spPr>
          <a:xfrm>
            <a:off x="0" y="0"/>
            <a:ext cx="12191760" cy="685764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1" lang="en-US" sz="2800" spc="-1" strike="noStrike">
                <a:solidFill>
                  <a:schemeClr val="dk1"/>
                </a:solidFill>
                <a:latin typeface="Calibri"/>
              </a:rPr>
              <a:t> </a:t>
            </a:r>
            <a:r>
              <a:rPr b="1" lang="en-US" sz="2800" spc="-1" strike="noStrike">
                <a:solidFill>
                  <a:schemeClr val="dk1"/>
                </a:solidFill>
                <a:latin typeface="Calibri"/>
              </a:rPr>
              <a:t>Bandwidth</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Wireless communications are normally carried out over a limited range of frequencies, known as a frequency band.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This frequency band is known as the bandwidth.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It is a networking term that refers to the maximum quantity of data that may be sent per unit of time.</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In technical terms, bandwidth is frequency range within a given band that is typically used for signal transmission.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Signal bandwidth refers to the frequency range that makes up a specific signal.</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2" name="PlaceHolder 1"/>
          <p:cNvSpPr>
            <a:spLocks noGrp="1"/>
          </p:cNvSpPr>
          <p:nvPr>
            <p:ph/>
          </p:nvPr>
        </p:nvSpPr>
        <p:spPr>
          <a:xfrm>
            <a:off x="0" y="0"/>
            <a:ext cx="12191760" cy="68576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2800" spc="-1" strike="noStrike">
                <a:solidFill>
                  <a:schemeClr val="dk1"/>
                </a:solidFill>
                <a:latin typeface="Calibri"/>
              </a:rPr>
              <a:t>Frequency</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term </a:t>
            </a:r>
            <a:r>
              <a:rPr b="1" i="1" lang="en-US" sz="2800" spc="-1" strike="noStrike">
                <a:solidFill>
                  <a:schemeClr val="dk1"/>
                </a:solidFill>
                <a:latin typeface="Calibri"/>
              </a:rPr>
              <a:t>"frequency"</a:t>
            </a:r>
            <a:r>
              <a:rPr b="0" lang="en-US" sz="2800" spc="-1" strike="noStrike">
                <a:solidFill>
                  <a:schemeClr val="dk1"/>
                </a:solidFill>
                <a:latin typeface="Calibri"/>
              </a:rPr>
              <a:t> defines the number of oscillations that happen in a data transmission per second.</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In terms of networking, the data is transmitted in the form of signals, which are composed of waves.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number of oscillations per second specifies the signal frequency.</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It is commonly measured in </a:t>
            </a:r>
            <a:r>
              <a:rPr b="1" i="1" lang="en-US" sz="2800" spc="-1" strike="noStrike">
                <a:solidFill>
                  <a:schemeClr val="dk1"/>
                </a:solidFill>
                <a:latin typeface="Calibri"/>
              </a:rPr>
              <a:t>Hertz (Hz)</a:t>
            </a:r>
            <a:r>
              <a:rPr b="0" lang="en-US" sz="2800" spc="-1" strike="noStrike">
                <a:solidFill>
                  <a:schemeClr val="dk1"/>
                </a:solidFill>
                <a:latin typeface="Calibri"/>
              </a:rPr>
              <a:t>.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In the event of sound, frequency is a measure of the pitch of the sound: High-frequency sounds have a high pitch </a:t>
            </a:r>
            <a:r>
              <a:rPr b="1" i="1" lang="en-US" sz="2800" spc="-1" strike="noStrike">
                <a:solidFill>
                  <a:schemeClr val="dk1"/>
                </a:solidFill>
                <a:latin typeface="Calibri"/>
              </a:rPr>
              <a:t>("treble")</a:t>
            </a:r>
            <a:r>
              <a:rPr b="0" lang="en-US" sz="2800" spc="-1" strike="noStrike">
                <a:solidFill>
                  <a:schemeClr val="dk1"/>
                </a:solidFill>
                <a:latin typeface="Calibri"/>
              </a:rPr>
              <a:t>, while low-frequency sounds have a low pitch </a:t>
            </a:r>
            <a:r>
              <a:rPr b="1" i="1" lang="en-US" sz="2800" spc="-1" strike="noStrike">
                <a:solidFill>
                  <a:schemeClr val="dk1"/>
                </a:solidFill>
                <a:latin typeface="Calibri"/>
              </a:rPr>
              <a:t>("bass")</a:t>
            </a:r>
            <a:r>
              <a:rPr b="0" lang="en-US" sz="2800" spc="-1" strike="noStrike">
                <a:solidFill>
                  <a:schemeClr val="dk1"/>
                </a:solidFill>
                <a:latin typeface="Calibri"/>
              </a:rPr>
              <a:t>.</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3" name="PlaceHolder 1"/>
          <p:cNvSpPr>
            <a:spLocks noGrp="1"/>
          </p:cNvSpPr>
          <p:nvPr>
            <p:ph/>
          </p:nvPr>
        </p:nvSpPr>
        <p:spPr>
          <a:xfrm>
            <a:off x="0" y="0"/>
            <a:ext cx="12191760" cy="685764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1" lang="en-US" sz="2800" spc="-1" strike="noStrike">
                <a:solidFill>
                  <a:schemeClr val="dk1"/>
                </a:solidFill>
                <a:latin typeface="Calibri"/>
              </a:rPr>
              <a:t>Throughput</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Definition:</a:t>
            </a:r>
            <a:br>
              <a:rPr sz="2800"/>
            </a:br>
            <a:r>
              <a:rPr b="0" lang="en-US" sz="2800" spc="-1" strike="noStrike">
                <a:solidFill>
                  <a:schemeClr val="dk1"/>
                </a:solidFill>
                <a:latin typeface="Calibri"/>
              </a:rPr>
              <a:t>Throughput is the </a:t>
            </a:r>
            <a:r>
              <a:rPr b="1" lang="en-US" sz="2800" spc="-1" strike="noStrike">
                <a:solidFill>
                  <a:schemeClr val="dk1"/>
                </a:solidFill>
                <a:latin typeface="Calibri"/>
              </a:rPr>
              <a:t>actual</a:t>
            </a:r>
            <a:r>
              <a:rPr b="0" lang="en-US" sz="2800" spc="-1" strike="noStrike">
                <a:solidFill>
                  <a:schemeClr val="dk1"/>
                </a:solidFill>
                <a:latin typeface="Calibri"/>
              </a:rPr>
              <a:t> amount of data successfully transmitted through a network in a given time.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Unit:</a:t>
            </a:r>
            <a:br>
              <a:rPr sz="2800"/>
            </a:br>
            <a:r>
              <a:rPr b="0" lang="en-US" sz="2800" spc="-1" strike="noStrike">
                <a:solidFill>
                  <a:schemeClr val="dk1"/>
                </a:solidFill>
                <a:latin typeface="Calibri"/>
              </a:rPr>
              <a:t>Also measured in </a:t>
            </a:r>
            <a:r>
              <a:rPr b="1" lang="en-US" sz="2800" spc="-1" strike="noStrike">
                <a:solidFill>
                  <a:schemeClr val="dk1"/>
                </a:solidFill>
                <a:latin typeface="Calibri"/>
              </a:rPr>
              <a:t>bps</a:t>
            </a:r>
            <a:r>
              <a:rPr b="0" lang="en-US" sz="2800" spc="-1" strike="noStrike">
                <a:solidFill>
                  <a:schemeClr val="dk1"/>
                </a:solidFill>
                <a:latin typeface="Calibri"/>
              </a:rPr>
              <a:t>, </a:t>
            </a:r>
            <a:r>
              <a:rPr b="1" lang="en-US" sz="2800" spc="-1" strike="noStrike">
                <a:solidFill>
                  <a:schemeClr val="dk1"/>
                </a:solidFill>
                <a:latin typeface="Calibri"/>
              </a:rPr>
              <a:t>Kbps</a:t>
            </a:r>
            <a:r>
              <a:rPr b="0" lang="en-US" sz="2800" spc="-1" strike="noStrike">
                <a:solidFill>
                  <a:schemeClr val="dk1"/>
                </a:solidFill>
                <a:latin typeface="Calibri"/>
              </a:rPr>
              <a:t>, </a:t>
            </a:r>
            <a:r>
              <a:rPr b="1" lang="en-US" sz="2800" spc="-1" strike="noStrike">
                <a:solidFill>
                  <a:schemeClr val="dk1"/>
                </a:solidFill>
                <a:latin typeface="Calibri"/>
              </a:rPr>
              <a:t>Mbps</a:t>
            </a:r>
            <a:r>
              <a:rPr b="0" lang="en-US" sz="2800" spc="-1" strike="noStrike">
                <a:solidFill>
                  <a:schemeClr val="dk1"/>
                </a:solidFill>
                <a:latin typeface="Calibri"/>
              </a:rPr>
              <a:t>, etc.</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Example:</a:t>
            </a:r>
            <a:br>
              <a:rPr sz="2800"/>
            </a:br>
            <a:r>
              <a:rPr b="0" lang="en-US" sz="2800" spc="-1" strike="noStrike">
                <a:solidFill>
                  <a:schemeClr val="dk1"/>
                </a:solidFill>
                <a:latin typeface="Calibri"/>
              </a:rPr>
              <a:t>Even if your bandwidth is 100 Mbps, your throughput might only be 80 Mbps due to interference, congestion, or other network delays.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Analogy:</a:t>
            </a:r>
            <a:br>
              <a:rPr sz="2800"/>
            </a:br>
            <a:r>
              <a:rPr b="0" lang="en-US" sz="2800" spc="-1" strike="noStrike">
                <a:solidFill>
                  <a:schemeClr val="dk1"/>
                </a:solidFill>
                <a:latin typeface="Calibri"/>
              </a:rPr>
              <a:t>If bandwidth is the highway’s capacity, throughput is how many cars actually get through during rush hour.</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 name="PlaceHolder 1"/>
          <p:cNvSpPr>
            <a:spLocks noGrp="1"/>
          </p:cNvSpPr>
          <p:nvPr>
            <p:ph/>
          </p:nvPr>
        </p:nvSpPr>
        <p:spPr>
          <a:xfrm>
            <a:off x="0" y="0"/>
            <a:ext cx="12191760" cy="685764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1" lang="en-US" sz="2800" spc="-1" strike="noStrike">
                <a:solidFill>
                  <a:schemeClr val="dk1"/>
                </a:solidFill>
                <a:latin typeface="Calibri"/>
              </a:rPr>
              <a:t> </a:t>
            </a:r>
            <a:r>
              <a:rPr b="1" lang="en-US" sz="2800" spc="-1" strike="noStrike">
                <a:solidFill>
                  <a:schemeClr val="dk1"/>
                </a:solidFill>
                <a:latin typeface="Calibri"/>
              </a:rPr>
              <a:t>Baud Rate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Definition:</a:t>
            </a:r>
            <a:br>
              <a:rPr sz="2800"/>
            </a:br>
            <a:r>
              <a:rPr b="0" lang="en-US" sz="2800" spc="-1" strike="noStrike">
                <a:solidFill>
                  <a:schemeClr val="dk1"/>
                </a:solidFill>
                <a:latin typeface="Calibri"/>
              </a:rPr>
              <a:t>Baud rate is the number of </a:t>
            </a:r>
            <a:r>
              <a:rPr b="1" lang="en-US" sz="2800" spc="-1" strike="noStrike">
                <a:solidFill>
                  <a:schemeClr val="dk1"/>
                </a:solidFill>
                <a:latin typeface="Calibri"/>
              </a:rPr>
              <a:t>signal changes or symbols</a:t>
            </a:r>
            <a:r>
              <a:rPr b="0" lang="en-US" sz="2800" spc="-1" strike="noStrike">
                <a:solidFill>
                  <a:schemeClr val="dk1"/>
                </a:solidFill>
                <a:latin typeface="Calibri"/>
              </a:rPr>
              <a:t> sent per second over a communication channel.</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Unit:</a:t>
            </a:r>
            <a:br>
              <a:rPr sz="2800"/>
            </a:br>
            <a:r>
              <a:rPr b="0" lang="en-US" sz="2800" spc="-1" strike="noStrike">
                <a:solidFill>
                  <a:schemeClr val="dk1"/>
                </a:solidFill>
                <a:latin typeface="Calibri"/>
              </a:rPr>
              <a:t>Measured in </a:t>
            </a:r>
            <a:r>
              <a:rPr b="1" lang="en-US" sz="2800" spc="-1" strike="noStrike">
                <a:solidFill>
                  <a:schemeClr val="dk1"/>
                </a:solidFill>
                <a:latin typeface="Calibri"/>
              </a:rPr>
              <a:t>Baud (Bd)</a:t>
            </a:r>
            <a:r>
              <a:rPr b="0" lang="en-US" sz="2800" spc="-1" strike="noStrike">
                <a:solidFill>
                  <a:schemeClr val="dk1"/>
                </a:solidFill>
                <a:latin typeface="Calibri"/>
              </a:rPr>
              <a:t> = symbols per second.</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Example:</a:t>
            </a:r>
            <a:br>
              <a:rPr sz="2800"/>
            </a:br>
            <a:r>
              <a:rPr b="0" lang="en-US" sz="2800" spc="-1" strike="noStrike">
                <a:solidFill>
                  <a:schemeClr val="dk1"/>
                </a:solidFill>
                <a:latin typeface="Calibri"/>
              </a:rPr>
              <a:t>If a signal changes 1000 times per second, the baud rate is 1000 baud.</a:t>
            </a:r>
            <a:br>
              <a:rPr sz="2800"/>
            </a:br>
            <a:r>
              <a:rPr b="0" lang="en-US" sz="2800" spc="-1" strike="noStrike">
                <a:solidFill>
                  <a:schemeClr val="dk1"/>
                </a:solidFill>
                <a:latin typeface="Calibri"/>
              </a:rPr>
              <a:t>If each symbol represents 2 bits, then data rate = 1000 × 2 = </a:t>
            </a:r>
            <a:r>
              <a:rPr b="1" lang="en-US" sz="2800" spc="-1" strike="noStrike">
                <a:solidFill>
                  <a:schemeClr val="dk1"/>
                </a:solidFill>
                <a:latin typeface="Calibri"/>
              </a:rPr>
              <a:t>2000 bps</a:t>
            </a:r>
            <a:r>
              <a:rPr b="0" lang="en-US" sz="2800" spc="-1" strike="noStrike">
                <a:solidFill>
                  <a:schemeClr val="dk1"/>
                </a:solidFill>
                <a:latin typeface="Calibri"/>
              </a:rPr>
              <a:t>.</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Note:</a:t>
            </a:r>
            <a:br>
              <a:rPr sz="2800"/>
            </a:br>
            <a:r>
              <a:rPr b="0" lang="en-US" sz="2800" spc="-1" strike="noStrike">
                <a:solidFill>
                  <a:schemeClr val="dk1"/>
                </a:solidFill>
                <a:latin typeface="Calibri"/>
              </a:rPr>
              <a:t>Data rate (bits per second) = Baud rate × number of bits per symbol.</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5" name="PlaceHolder 1"/>
          <p:cNvSpPr>
            <a:spLocks noGrp="1"/>
          </p:cNvSpPr>
          <p:nvPr>
            <p:ph/>
          </p:nvPr>
        </p:nvSpPr>
        <p:spPr>
          <a:xfrm>
            <a:off x="0" y="0"/>
            <a:ext cx="12191760" cy="685764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1" lang="en-US" sz="2800" spc="-1" strike="noStrike">
                <a:solidFill>
                  <a:schemeClr val="dk1"/>
                </a:solidFill>
                <a:latin typeface="Calibri"/>
              </a:rPr>
              <a:t>Jitter</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Definition:</a:t>
            </a:r>
            <a:br>
              <a:rPr sz="2800"/>
            </a:br>
            <a:r>
              <a:rPr b="0" lang="en-US" sz="2800" spc="-1" strike="noStrike">
                <a:solidFill>
                  <a:schemeClr val="dk1"/>
                </a:solidFill>
                <a:latin typeface="Calibri"/>
              </a:rPr>
              <a:t>Jitter is the </a:t>
            </a:r>
            <a:r>
              <a:rPr b="1" lang="en-US" sz="2800" spc="-1" strike="noStrike">
                <a:solidFill>
                  <a:schemeClr val="dk1"/>
                </a:solidFill>
                <a:latin typeface="Calibri"/>
              </a:rPr>
              <a:t>variation in packet arrival time</a:t>
            </a:r>
            <a:r>
              <a:rPr b="0" lang="en-US" sz="2800" spc="-1" strike="noStrike">
                <a:solidFill>
                  <a:schemeClr val="dk1"/>
                </a:solidFill>
                <a:latin typeface="Calibri"/>
              </a:rPr>
              <a:t> during data transmission.</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Unit:</a:t>
            </a:r>
            <a:br>
              <a:rPr sz="2800"/>
            </a:br>
            <a:r>
              <a:rPr b="0" lang="en-US" sz="2800" spc="-1" strike="noStrike">
                <a:solidFill>
                  <a:schemeClr val="dk1"/>
                </a:solidFill>
                <a:latin typeface="Calibri"/>
              </a:rPr>
              <a:t>Measured in </a:t>
            </a:r>
            <a:r>
              <a:rPr b="1" lang="en-US" sz="2800" spc="-1" strike="noStrike">
                <a:solidFill>
                  <a:schemeClr val="dk1"/>
                </a:solidFill>
                <a:latin typeface="Calibri"/>
              </a:rPr>
              <a:t>milliseconds (ms)</a:t>
            </a:r>
            <a:r>
              <a:rPr b="0" lang="en-US" sz="2800" spc="-1" strike="noStrike">
                <a:solidFill>
                  <a:schemeClr val="dk1"/>
                </a:solidFill>
                <a:latin typeface="Calibri"/>
              </a:rPr>
              <a:t>.</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Example:</a:t>
            </a:r>
            <a:br>
              <a:rPr sz="2800"/>
            </a:br>
            <a:r>
              <a:rPr b="0" lang="en-US" sz="2800" spc="-1" strike="noStrike">
                <a:solidFill>
                  <a:schemeClr val="dk1"/>
                </a:solidFill>
                <a:latin typeface="Calibri"/>
              </a:rPr>
              <a:t>If packets are supposed to arrive every 10 ms, but some arrive at 8 ms or 15 ms, that variation is jitter.</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Effect:</a:t>
            </a:r>
            <a:br>
              <a:rPr sz="2800"/>
            </a:br>
            <a:r>
              <a:rPr b="0" lang="en-US" sz="2800" spc="-1" strike="noStrike">
                <a:solidFill>
                  <a:schemeClr val="dk1"/>
                </a:solidFill>
                <a:latin typeface="Calibri"/>
              </a:rPr>
              <a:t>High jitter can cause problems in </a:t>
            </a:r>
            <a:r>
              <a:rPr b="1" lang="en-US" sz="2800" spc="-1" strike="noStrike">
                <a:solidFill>
                  <a:schemeClr val="dk1"/>
                </a:solidFill>
                <a:latin typeface="Calibri"/>
              </a:rPr>
              <a:t>real-time applications</a:t>
            </a:r>
            <a:r>
              <a:rPr b="0" lang="en-US" sz="2800" spc="-1" strike="noStrike">
                <a:solidFill>
                  <a:schemeClr val="dk1"/>
                </a:solidFill>
                <a:latin typeface="Calibri"/>
              </a:rPr>
              <a:t> like video calls, VoIP, or online gaming — leading to lag or choppy audio/video.</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Analogy:</a:t>
            </a:r>
            <a:br>
              <a:rPr sz="2800"/>
            </a:br>
            <a:r>
              <a:rPr b="0" lang="en-US" sz="2800" spc="-1" strike="noStrike">
                <a:solidFill>
                  <a:schemeClr val="dk1"/>
                </a:solidFill>
                <a:latin typeface="Calibri"/>
              </a:rPr>
              <a:t>If you’re getting on a bus that’s supposed to come every 10 minutes, but it sometimes comes after 5 minutes or 15 minutes — that’s like network jitter.</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16" name="Content Placeholder 3" descr=""/>
          <p:cNvPicPr/>
          <p:nvPr/>
        </p:nvPicPr>
        <p:blipFill>
          <a:blip r:embed="rId1"/>
          <a:stretch/>
        </p:blipFill>
        <p:spPr>
          <a:xfrm>
            <a:off x="94320" y="716400"/>
            <a:ext cx="11943360" cy="5674680"/>
          </a:xfrm>
          <a:prstGeom prst="rect">
            <a:avLst/>
          </a:prstGeom>
          <a:ln w="0">
            <a:noFill/>
          </a:ln>
        </p:spPr>
      </p:pic>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7" name="PlaceHolder 1"/>
          <p:cNvSpPr>
            <a:spLocks noGrp="1"/>
          </p:cNvSpPr>
          <p:nvPr>
            <p:ph/>
          </p:nvPr>
        </p:nvSpPr>
        <p:spPr>
          <a:xfrm>
            <a:off x="115560" y="0"/>
            <a:ext cx="12076200" cy="673992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3600" spc="-1" strike="noStrike">
                <a:solidFill>
                  <a:schemeClr val="dk1"/>
                </a:solidFill>
                <a:latin typeface="Calibri"/>
              </a:rPr>
              <a:t>Transmission impairment</a:t>
            </a:r>
            <a:endParaRPr b="0" lang="en-US" sz="36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Transmission impairment occurs when the received signal is different from the transmitted signal.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As we know, a signal can be transmitted as Analog signal or it can be transmitted as a digital signal.</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There are various causes of transmission impairments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Noise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Distortion</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Attenuation</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 name="PlaceHolder 1"/>
          <p:cNvSpPr>
            <a:spLocks noGrp="1"/>
          </p:cNvSpPr>
          <p:nvPr>
            <p:ph/>
          </p:nvPr>
        </p:nvSpPr>
        <p:spPr>
          <a:xfrm>
            <a:off x="0" y="0"/>
            <a:ext cx="12191760" cy="68576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2800" spc="-1" strike="noStrike">
                <a:solidFill>
                  <a:schemeClr val="dk1"/>
                </a:solidFill>
                <a:latin typeface="Calibri"/>
              </a:rPr>
              <a:t>Noise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Noise is the major factor for the transmission distortion as any unwanted signal gets added to the transmitted signal by which the resulting transmitted signal gets modified and at the receiver side it is difficult to remove the unwanted noise signal.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These noises are various kinds like shot noise, impulse noise, thermal noise etc.</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Noise is diagrammatically represented as follows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pic>
        <p:nvPicPr>
          <p:cNvPr id="119" name="Picture 4" descr=""/>
          <p:cNvPicPr/>
          <p:nvPr/>
        </p:nvPicPr>
        <p:blipFill>
          <a:blip r:embed="rId1"/>
          <a:stretch/>
        </p:blipFill>
        <p:spPr>
          <a:xfrm>
            <a:off x="3095640" y="3580560"/>
            <a:ext cx="6000480" cy="2520360"/>
          </a:xfrm>
          <a:prstGeom prst="rect">
            <a:avLst/>
          </a:prstGeom>
          <a:ln w="0">
            <a:noFill/>
          </a:ln>
        </p:spPr>
      </p:pic>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 name="PlaceHolder 1"/>
          <p:cNvSpPr>
            <a:spLocks noGrp="1"/>
          </p:cNvSpPr>
          <p:nvPr>
            <p:ph/>
          </p:nvPr>
        </p:nvSpPr>
        <p:spPr>
          <a:xfrm>
            <a:off x="0" y="0"/>
            <a:ext cx="12191760" cy="799812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1" lang="en-US" sz="2800" spc="-1" strike="noStrike">
                <a:solidFill>
                  <a:schemeClr val="dk1"/>
                </a:solidFill>
                <a:latin typeface="Calibri"/>
              </a:rPr>
              <a:t>Distortion</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This kind of distortion is mainly appearing in case of composite signals in which a composite signal has various frequency components in it and each frequency component has some time constraint which makes a complete signal.</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But while transmitting this composite signal, if a certain delay happens between the frequencies components, then there may be the chance that the frequency component will reach the receiver end with a different delay constraint from its original which leads to the change in shape of the signal.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delay happens due to environmental parameters or from the distance between transmitter and receiver etc.</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Distortion is diagrammatically represented as follows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21" name="Content Placeholder 4" descr=""/>
          <p:cNvPicPr/>
          <p:nvPr/>
        </p:nvPicPr>
        <p:blipFill>
          <a:blip r:embed="rId1"/>
          <a:stretch/>
        </p:blipFill>
        <p:spPr>
          <a:xfrm>
            <a:off x="1135800" y="1315080"/>
            <a:ext cx="8864640" cy="3524040"/>
          </a:xfrm>
          <a:prstGeom prst="rect">
            <a:avLst/>
          </a:prstGeom>
          <a:ln w="0">
            <a:noFill/>
          </a:ln>
        </p:spPr>
      </p:pic>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 name="PlaceHolder 1"/>
          <p:cNvSpPr>
            <a:spLocks noGrp="1"/>
          </p:cNvSpPr>
          <p:nvPr>
            <p:ph/>
          </p:nvPr>
        </p:nvSpPr>
        <p:spPr>
          <a:xfrm>
            <a:off x="0" y="0"/>
            <a:ext cx="12117960" cy="68576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2800" spc="-1" strike="noStrike">
                <a:solidFill>
                  <a:schemeClr val="dk1"/>
                </a:solidFill>
                <a:latin typeface="Calibri"/>
              </a:rPr>
              <a:t>3.attenuation</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Attenuation is a general term that refers to any reduction in the strength of a signal.</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Attenuation occurs with any type of signal, whether digital or analog. Sometimes called </a:t>
            </a:r>
            <a:r>
              <a:rPr b="0" i="1" lang="en-US" sz="2800" spc="-1" strike="noStrike">
                <a:solidFill>
                  <a:schemeClr val="dk1"/>
                </a:solidFill>
                <a:latin typeface="Calibri"/>
              </a:rPr>
              <a:t>loss</a:t>
            </a:r>
            <a:r>
              <a:rPr b="0" lang="en-US" sz="2800" spc="-1" strike="noStrike">
                <a:solidFill>
                  <a:schemeClr val="dk1"/>
                </a:solidFill>
                <a:latin typeface="Calibri"/>
              </a:rPr>
              <a:t>, attenuation is a natural consequence of signal transmission over long distances.</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 name="PlaceHolder 1"/>
          <p:cNvSpPr>
            <a:spLocks noGrp="1"/>
          </p:cNvSpPr>
          <p:nvPr>
            <p:ph/>
          </p:nvPr>
        </p:nvSpPr>
        <p:spPr>
          <a:xfrm>
            <a:off x="0" y="0"/>
            <a:ext cx="12112920" cy="678708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Digital Transmission Techniques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Digital transmission refers to sending </a:t>
            </a:r>
            <a:r>
              <a:rPr b="1" lang="en-US" sz="2800" spc="-1" strike="noStrike">
                <a:solidFill>
                  <a:schemeClr val="dk1"/>
                </a:solidFill>
                <a:latin typeface="Calibri"/>
              </a:rPr>
              <a:t>digital signals (0s and 1s)</a:t>
            </a:r>
            <a:r>
              <a:rPr b="0" lang="en-US" sz="2800" spc="-1" strike="noStrike">
                <a:solidFill>
                  <a:schemeClr val="dk1"/>
                </a:solidFill>
                <a:latin typeface="Calibri"/>
              </a:rPr>
              <a:t> over a communication medium (wire, fiber, wireless).</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To send digital data efficiently and correctly, several techniques are used.</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Digital transmission techniques are mainly divided into:</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4" name="PlaceHolder 1"/>
          <p:cNvSpPr>
            <a:spLocks noGrp="1"/>
          </p:cNvSpPr>
          <p:nvPr>
            <p:ph/>
          </p:nvPr>
        </p:nvSpPr>
        <p:spPr>
          <a:xfrm>
            <a:off x="0" y="0"/>
            <a:ext cx="12191760" cy="6857640"/>
          </a:xfrm>
          <a:prstGeom prst="rect">
            <a:avLst/>
          </a:prstGeom>
          <a:noFill/>
          <a:ln w="0">
            <a:noFill/>
          </a:ln>
        </p:spPr>
        <p:txBody>
          <a:bodyPr lIns="91440" rIns="91440" tIns="45720" bIns="45720" anchor="t">
            <a:normAutofit fontScale="62485"/>
          </a:bodyPr>
          <a:p>
            <a:pPr indent="0" defTabSz="914400">
              <a:lnSpc>
                <a:spcPct val="90000"/>
              </a:lnSpc>
              <a:spcBef>
                <a:spcPts val="1001"/>
              </a:spcBef>
              <a:buNone/>
              <a:tabLst>
                <a:tab algn="l" pos="0"/>
              </a:tabLst>
            </a:pPr>
            <a:r>
              <a:rPr b="1" lang="en-US" sz="2800" spc="-1" strike="noStrike">
                <a:solidFill>
                  <a:schemeClr val="dk1"/>
                </a:solidFill>
                <a:latin typeface="Calibri"/>
              </a:rPr>
              <a:t>1. Line Coding</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Line coding means </a:t>
            </a:r>
            <a:r>
              <a:rPr b="1" lang="en-US" sz="2800" spc="-1" strike="noStrike">
                <a:solidFill>
                  <a:schemeClr val="dk1"/>
                </a:solidFill>
                <a:latin typeface="Calibri"/>
              </a:rPr>
              <a:t>converting digital data (bits)</a:t>
            </a:r>
            <a:r>
              <a:rPr b="0" lang="en-US" sz="2800" spc="-1" strike="noStrike">
                <a:solidFill>
                  <a:schemeClr val="dk1"/>
                </a:solidFill>
                <a:latin typeface="Calibri"/>
              </a:rPr>
              <a:t> into a </a:t>
            </a:r>
            <a:r>
              <a:rPr b="1" lang="en-US" sz="2800" spc="-1" strike="noStrike">
                <a:solidFill>
                  <a:schemeClr val="dk1"/>
                </a:solidFill>
                <a:latin typeface="Calibri"/>
              </a:rPr>
              <a:t>digital signal</a:t>
            </a:r>
            <a:r>
              <a:rPr b="0" lang="en-US" sz="2800" spc="-1" strike="noStrike">
                <a:solidFill>
                  <a:schemeClr val="dk1"/>
                </a:solidFill>
                <a:latin typeface="Calibri"/>
              </a:rPr>
              <a:t> that can be sent over a channel.</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Common Line Coding Schemes:</a:t>
            </a:r>
            <a:endParaRPr b="0" lang="en-US" sz="2800" spc="-1" strike="noStrike">
              <a:solidFill>
                <a:schemeClr val="dk1"/>
              </a:solidFill>
              <a:latin typeface="Calibri"/>
            </a:endParaRPr>
          </a:p>
          <a:p>
            <a:pPr indent="0" defTabSz="914400">
              <a:lnSpc>
                <a:spcPct val="90000"/>
              </a:lnSpc>
              <a:spcBef>
                <a:spcPts val="1001"/>
              </a:spcBef>
              <a:buNone/>
              <a:tabLst>
                <a:tab algn="l" pos="0"/>
              </a:tabLst>
            </a:pPr>
            <a:r>
              <a:rPr b="1" lang="en-US" sz="2800" spc="-1" strike="noStrike">
                <a:solidFill>
                  <a:schemeClr val="dk1"/>
                </a:solidFill>
                <a:latin typeface="Calibri"/>
              </a:rPr>
              <a:t>a) Unipolar NRZ</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1 = positive voltage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0 = zero voltage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Simple but has DC component.</a:t>
            </a:r>
            <a:endParaRPr b="0" lang="en-US" sz="2800" spc="-1" strike="noStrike">
              <a:solidFill>
                <a:schemeClr val="dk1"/>
              </a:solidFill>
              <a:latin typeface="Calibri"/>
            </a:endParaRPr>
          </a:p>
          <a:p>
            <a:pPr indent="0" defTabSz="914400">
              <a:lnSpc>
                <a:spcPct val="90000"/>
              </a:lnSpc>
              <a:spcBef>
                <a:spcPts val="1001"/>
              </a:spcBef>
              <a:buNone/>
              <a:tabLst>
                <a:tab algn="l" pos="0"/>
              </a:tabLst>
            </a:pPr>
            <a:r>
              <a:rPr b="1" lang="en-US" sz="2800" spc="-1" strike="noStrike">
                <a:solidFill>
                  <a:schemeClr val="dk1"/>
                </a:solidFill>
                <a:latin typeface="Calibri"/>
              </a:rPr>
              <a:t>b) Polar NRZ</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1 = positive voltage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0 = negative voltage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Better than unipolar.</a:t>
            </a:r>
            <a:endParaRPr b="0" lang="en-US" sz="2800" spc="-1" strike="noStrike">
              <a:solidFill>
                <a:schemeClr val="dk1"/>
              </a:solidFill>
              <a:latin typeface="Calibri"/>
            </a:endParaRPr>
          </a:p>
          <a:p>
            <a:pPr indent="0" defTabSz="914400">
              <a:lnSpc>
                <a:spcPct val="90000"/>
              </a:lnSpc>
              <a:spcBef>
                <a:spcPts val="1001"/>
              </a:spcBef>
              <a:buNone/>
              <a:tabLst>
                <a:tab algn="l" pos="0"/>
              </a:tabLst>
            </a:pPr>
            <a:r>
              <a:rPr b="1" lang="en-US" sz="2800" spc="-1" strike="noStrike">
                <a:solidFill>
                  <a:schemeClr val="dk1"/>
                </a:solidFill>
                <a:latin typeface="Calibri"/>
              </a:rPr>
              <a:t>c) Manchester Coding</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Each bit has a transition in the middle.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1 = high → low</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0 = low → high</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Self-clocking</a:t>
            </a:r>
            <a:r>
              <a:rPr b="0" lang="en-US" sz="2800" spc="-1" strike="noStrike">
                <a:solidFill>
                  <a:schemeClr val="dk1"/>
                </a:solidFill>
                <a:latin typeface="Calibri"/>
              </a:rPr>
              <a:t>, easy to decode.</a:t>
            </a:r>
            <a:endParaRPr b="0" lang="en-US" sz="2800" spc="-1" strike="noStrike">
              <a:solidFill>
                <a:schemeClr val="dk1"/>
              </a:solidFill>
              <a:latin typeface="Calibri"/>
            </a:endParaRPr>
          </a:p>
          <a:p>
            <a:pPr indent="0" defTabSz="914400">
              <a:lnSpc>
                <a:spcPct val="90000"/>
              </a:lnSpc>
              <a:spcBef>
                <a:spcPts val="1001"/>
              </a:spcBef>
              <a:buNone/>
              <a:tabLst>
                <a:tab algn="l" pos="0"/>
              </a:tabLst>
            </a:pPr>
            <a:r>
              <a:rPr b="1" lang="en-US" sz="2800" spc="-1" strike="noStrike">
                <a:solidFill>
                  <a:schemeClr val="dk1"/>
                </a:solidFill>
                <a:latin typeface="Calibri"/>
              </a:rPr>
              <a:t>d) Differential Manchester</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Always a mid-bit transition.</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Difference of start transition determines 0 or 1.</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5" name="PlaceHolder 1"/>
          <p:cNvSpPr>
            <a:spLocks noGrp="1"/>
          </p:cNvSpPr>
          <p:nvPr>
            <p:ph/>
          </p:nvPr>
        </p:nvSpPr>
        <p:spPr>
          <a:xfrm>
            <a:off x="0" y="0"/>
            <a:ext cx="12103560" cy="68576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2800" spc="-1" strike="noStrike">
                <a:solidFill>
                  <a:schemeClr val="dk1"/>
                </a:solidFill>
                <a:latin typeface="Calibri"/>
              </a:rPr>
              <a:t>2. Block Coding</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Block coding adds </a:t>
            </a:r>
            <a:r>
              <a:rPr b="1" lang="en-US" sz="2800" spc="-1" strike="noStrike">
                <a:solidFill>
                  <a:schemeClr val="dk1"/>
                </a:solidFill>
                <a:latin typeface="Calibri"/>
              </a:rPr>
              <a:t>redundancy</a:t>
            </a:r>
            <a:r>
              <a:rPr b="0" lang="en-US" sz="2800" spc="-1" strike="noStrike">
                <a:solidFill>
                  <a:schemeClr val="dk1"/>
                </a:solidFill>
                <a:latin typeface="Calibri"/>
              </a:rPr>
              <a:t> to detect errors.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Example: </a:t>
            </a:r>
            <a:r>
              <a:rPr b="1" lang="en-US" sz="2800" spc="-1" strike="noStrike">
                <a:solidFill>
                  <a:schemeClr val="dk1"/>
                </a:solidFill>
                <a:latin typeface="Calibri"/>
              </a:rPr>
              <a:t>4B/5B coding</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4 data bits → 5-bit code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Ensures enough transitions for synchronization.</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6" name="PlaceHolder 1"/>
          <p:cNvSpPr>
            <a:spLocks noGrp="1"/>
          </p:cNvSpPr>
          <p:nvPr>
            <p:ph/>
          </p:nvPr>
        </p:nvSpPr>
        <p:spPr>
          <a:xfrm>
            <a:off x="0" y="0"/>
            <a:ext cx="12112920" cy="68576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2800" spc="-1" strike="noStrike">
                <a:solidFill>
                  <a:schemeClr val="dk1"/>
                </a:solidFill>
                <a:latin typeface="Calibri"/>
              </a:rPr>
              <a:t>3. Scrambling</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Scrambling eliminates long sequences of 0s or 1s so that clock recovery becomes easier.</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Examples: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B8ZS (Bipolar 8-Zero Substitution)</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HDB3 (High-Density Bipolar 3)</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Used in telephone networks.</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7" name="PlaceHolder 1"/>
          <p:cNvSpPr>
            <a:spLocks noGrp="1"/>
          </p:cNvSpPr>
          <p:nvPr>
            <p:ph/>
          </p:nvPr>
        </p:nvSpPr>
        <p:spPr>
          <a:xfrm>
            <a:off x="0" y="0"/>
            <a:ext cx="12191760" cy="6857640"/>
          </a:xfrm>
          <a:prstGeom prst="rect">
            <a:avLst/>
          </a:prstGeom>
          <a:noFill/>
          <a:ln w="0">
            <a:noFill/>
          </a:ln>
        </p:spPr>
        <p:txBody>
          <a:bodyPr lIns="91440" rIns="91440" tIns="45720" bIns="45720" anchor="t">
            <a:normAutofit fontScale="62485" lnSpcReduction="10000"/>
          </a:bodyPr>
          <a:p>
            <a:pPr indent="0" defTabSz="914400">
              <a:lnSpc>
                <a:spcPct val="90000"/>
              </a:lnSpc>
              <a:spcBef>
                <a:spcPts val="1001"/>
              </a:spcBef>
              <a:buNone/>
              <a:tabLst>
                <a:tab algn="l" pos="0"/>
              </a:tabLst>
            </a:pPr>
            <a:r>
              <a:rPr b="1" lang="en-US" sz="2800" spc="-1" strike="noStrike">
                <a:solidFill>
                  <a:schemeClr val="dk1"/>
                </a:solidFill>
                <a:latin typeface="Calibri"/>
              </a:rPr>
              <a:t>4. Digital Modulation Techniques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Used to send digital data </a:t>
            </a:r>
            <a:r>
              <a:rPr b="1" lang="en-US" sz="2800" spc="-1" strike="noStrike">
                <a:solidFill>
                  <a:schemeClr val="dk1"/>
                </a:solidFill>
                <a:latin typeface="Calibri"/>
              </a:rPr>
              <a:t>over analog channels</a:t>
            </a:r>
            <a:r>
              <a:rPr b="0" lang="en-US" sz="2800" spc="-1" strike="noStrike">
                <a:solidFill>
                  <a:schemeClr val="dk1"/>
                </a:solidFill>
                <a:latin typeface="Calibri"/>
              </a:rPr>
              <a:t> (like radio, telephone lines).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There are 3 main categories:</a:t>
            </a:r>
            <a:endParaRPr b="0" lang="en-US" sz="2800" spc="-1" strike="noStrike">
              <a:solidFill>
                <a:schemeClr val="dk1"/>
              </a:solidFill>
              <a:latin typeface="Calibri"/>
            </a:endParaRPr>
          </a:p>
          <a:p>
            <a:pPr indent="0" defTabSz="914400">
              <a:lnSpc>
                <a:spcPct val="90000"/>
              </a:lnSpc>
              <a:spcBef>
                <a:spcPts val="1001"/>
              </a:spcBef>
              <a:buNone/>
              <a:tabLst>
                <a:tab algn="l" pos="0"/>
              </a:tabLst>
            </a:pPr>
            <a:r>
              <a:rPr b="1" lang="en-US" sz="2800" spc="-1" strike="noStrike">
                <a:solidFill>
                  <a:schemeClr val="dk1"/>
                </a:solidFill>
                <a:latin typeface="Calibri"/>
              </a:rPr>
              <a:t>a) ASK (Amplitude Shift Keying)</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Amplitude changes with bit.</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1 = high amplitude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0 = low amplitude</a:t>
            </a:r>
            <a:endParaRPr b="0" lang="en-US" sz="2800" spc="-1" strike="noStrike">
              <a:solidFill>
                <a:schemeClr val="dk1"/>
              </a:solidFill>
              <a:latin typeface="Calibri"/>
            </a:endParaRPr>
          </a:p>
          <a:p>
            <a:pPr indent="0" defTabSz="914400">
              <a:lnSpc>
                <a:spcPct val="90000"/>
              </a:lnSpc>
              <a:spcBef>
                <a:spcPts val="1001"/>
              </a:spcBef>
              <a:buNone/>
              <a:tabLst>
                <a:tab algn="l" pos="0"/>
              </a:tabLst>
            </a:pPr>
            <a:r>
              <a:rPr b="1" lang="en-US" sz="2800" spc="-1" strike="noStrike">
                <a:solidFill>
                  <a:schemeClr val="dk1"/>
                </a:solidFill>
                <a:latin typeface="Calibri"/>
              </a:rPr>
              <a:t>b) FSK (Frequency Shift Keying)</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Frequency changes.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1 = high frequency</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0 = low frequency</a:t>
            </a:r>
            <a:endParaRPr b="0" lang="en-US" sz="2800" spc="-1" strike="noStrike">
              <a:solidFill>
                <a:schemeClr val="dk1"/>
              </a:solidFill>
              <a:latin typeface="Calibri"/>
            </a:endParaRPr>
          </a:p>
          <a:p>
            <a:pPr indent="0" defTabSz="914400">
              <a:lnSpc>
                <a:spcPct val="90000"/>
              </a:lnSpc>
              <a:spcBef>
                <a:spcPts val="1001"/>
              </a:spcBef>
              <a:buNone/>
              <a:tabLst>
                <a:tab algn="l" pos="0"/>
              </a:tabLst>
            </a:pPr>
            <a:r>
              <a:rPr b="1" lang="en-US" sz="2800" spc="-1" strike="noStrike">
                <a:solidFill>
                  <a:schemeClr val="dk1"/>
                </a:solidFill>
                <a:latin typeface="Calibri"/>
              </a:rPr>
              <a:t>c) PSK (Phase Shift Keying)</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Phase changes.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Most reliable for modern systems.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Variants: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tabLst>
                <a:tab algn="l" pos="0"/>
              </a:tabLst>
            </a:pPr>
            <a:r>
              <a:rPr b="1" lang="en-US" sz="2400" spc="-1" strike="noStrike">
                <a:solidFill>
                  <a:schemeClr val="dk1"/>
                </a:solidFill>
                <a:latin typeface="Calibri"/>
              </a:rPr>
              <a:t>BPSK</a:t>
            </a:r>
            <a:r>
              <a:rPr b="0" lang="en-US" sz="2400" spc="-1" strike="noStrike">
                <a:solidFill>
                  <a:schemeClr val="dk1"/>
                </a:solidFill>
                <a:latin typeface="Calibri"/>
              </a:rPr>
              <a:t> (1 bit per symbol)</a:t>
            </a:r>
            <a:endParaRPr b="0" lang="en-US" sz="24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tabLst>
                <a:tab algn="l" pos="0"/>
              </a:tabLst>
            </a:pPr>
            <a:r>
              <a:rPr b="1" lang="en-US" sz="2400" spc="-1" strike="noStrike">
                <a:solidFill>
                  <a:schemeClr val="dk1"/>
                </a:solidFill>
                <a:latin typeface="Calibri"/>
              </a:rPr>
              <a:t>QPSK</a:t>
            </a:r>
            <a:r>
              <a:rPr b="0" lang="en-US" sz="2400" spc="-1" strike="noStrike">
                <a:solidFill>
                  <a:schemeClr val="dk1"/>
                </a:solidFill>
                <a:latin typeface="Calibri"/>
              </a:rPr>
              <a:t> (2 bits per symbol)</a:t>
            </a:r>
            <a:endParaRPr b="0" lang="en-US" sz="24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tabLst>
                <a:tab algn="l" pos="0"/>
              </a:tabLst>
            </a:pPr>
            <a:r>
              <a:rPr b="1" lang="en-US" sz="2400" spc="-1" strike="noStrike">
                <a:solidFill>
                  <a:schemeClr val="dk1"/>
                </a:solidFill>
                <a:latin typeface="Calibri"/>
              </a:rPr>
              <a:t>8-PSK</a:t>
            </a:r>
            <a:r>
              <a:rPr b="0" lang="en-US" sz="2400" spc="-1" strike="noStrike">
                <a:solidFill>
                  <a:schemeClr val="dk1"/>
                </a:solidFill>
                <a:latin typeface="Calibri"/>
              </a:rPr>
              <a:t>, </a:t>
            </a:r>
            <a:r>
              <a:rPr b="1" lang="en-US" sz="2400" spc="-1" strike="noStrike">
                <a:solidFill>
                  <a:schemeClr val="dk1"/>
                </a:solidFill>
                <a:latin typeface="Calibri"/>
              </a:rPr>
              <a:t>16-PSK</a:t>
            </a:r>
            <a:endParaRPr b="0" lang="en-US" sz="2400" spc="-1" strike="noStrike">
              <a:solidFill>
                <a:schemeClr val="dk1"/>
              </a:solidFill>
              <a:latin typeface="Calibri"/>
            </a:endParaRPr>
          </a:p>
          <a:p>
            <a:pPr indent="0" defTabSz="914400">
              <a:lnSpc>
                <a:spcPct val="90000"/>
              </a:lnSpc>
              <a:spcBef>
                <a:spcPts val="1001"/>
              </a:spcBef>
              <a:buNone/>
              <a:tabLst>
                <a:tab algn="l" pos="0"/>
              </a:tabLst>
            </a:pPr>
            <a:r>
              <a:rPr b="1" lang="en-US" sz="2800" spc="-1" strike="noStrike">
                <a:solidFill>
                  <a:schemeClr val="dk1"/>
                </a:solidFill>
                <a:latin typeface="Calibri"/>
              </a:rPr>
              <a:t>d) QAM (Quadrature Amplitude Modulation)</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Combines amplitude + phase.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Used in WiFi, 4G/5G, cable TV.</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Examples: 16-QAM, 64-QAM, 256-QAM.</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 name="PlaceHolder 1"/>
          <p:cNvSpPr>
            <a:spLocks noGrp="1"/>
          </p:cNvSpPr>
          <p:nvPr>
            <p:ph/>
          </p:nvPr>
        </p:nvSpPr>
        <p:spPr>
          <a:xfrm>
            <a:off x="0" y="0"/>
            <a:ext cx="12191760" cy="68576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5. Pulse Shaping</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Used to reduce intersymbol interference.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Examples: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NRZ pulses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RZ pulses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Raised Cosine Filter</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9" name="PlaceHolder 1"/>
          <p:cNvSpPr>
            <a:spLocks noGrp="1"/>
          </p:cNvSpPr>
          <p:nvPr>
            <p:ph/>
          </p:nvPr>
        </p:nvSpPr>
        <p:spPr>
          <a:xfrm>
            <a:off x="0" y="0"/>
            <a:ext cx="12191760" cy="68576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2800" spc="-1" strike="noStrike">
                <a:solidFill>
                  <a:schemeClr val="dk1"/>
                </a:solidFill>
                <a:latin typeface="Calibri"/>
              </a:rPr>
              <a:t>6. Multiplexing</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Used to transmit multiple signals over a single channel.</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Types: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TDM (Time Division Multiplexing)</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FDM (Frequency Division Multiplexing)</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CDMA (Code Division Multiple Access)</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564</TotalTime>
  <Application>LibreOffice/24.2.7.2$Linux_X86_64 LibreOffice_project/420$Build-2</Application>
  <AppVersion>15.0000</AppVersion>
  <Words>3005</Words>
  <Paragraphs>339</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2023-04-19T15:56:34Z</dcterms:created>
  <dc:creator>ASUS</dc:creator>
  <dc:description/>
  <dc:language>en-US</dc:language>
  <cp:lastModifiedBy/>
  <dcterms:modified xsi:type="dcterms:W3CDTF">2025-12-23T16:42:23Z</dcterms:modified>
  <cp:revision>41</cp:revision>
  <dc:subject/>
  <dc:title>PowerPoint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vt:i4>
  </property>
  <property fmtid="{D5CDD505-2E9C-101B-9397-08002B2CF9AE}" pid="3" name="PresentationFormat">
    <vt:lpwstr>Widescreen</vt:lpwstr>
  </property>
  <property fmtid="{D5CDD505-2E9C-101B-9397-08002B2CF9AE}" pid="4" name="Slides">
    <vt:i4>46</vt:i4>
  </property>
</Properties>
</file>