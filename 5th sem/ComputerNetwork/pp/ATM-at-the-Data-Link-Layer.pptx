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slideMaster14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26.xml" ContentType="application/vnd.openxmlformats-officedocument.theme+xml"/>
  <Override PartName="/ppt/theme/theme14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_rels/theme14.xml.rels" ContentType="application/vnd.openxmlformats-package.relationships+xml"/>
  <Override PartName="/ppt/theme/_rels/theme15.xml.rels" ContentType="application/vnd.openxmlformats-package.relationships+xml"/>
  <Override PartName="/ppt/theme/_rels/theme16.xml.rels" ContentType="application/vnd.openxmlformats-package.relationships+xml"/>
  <Override PartName="/ppt/theme/_rels/theme17.xml.rels" ContentType="application/vnd.openxmlformats-package.relationships+xml"/>
  <Override PartName="/ppt/theme/_rels/theme18.xml.rels" ContentType="application/vnd.openxmlformats-package.relationships+xml"/>
  <Override PartName="/ppt/theme/_rels/theme20.xml.rels" ContentType="application/vnd.openxmlformats-package.relationships+xml"/>
  <Override PartName="/ppt/theme/_rels/theme19.xml.rels" ContentType="application/vnd.openxmlformats-package.relationships+xml"/>
  <Override PartName="/ppt/theme/_rels/theme21.xml.rels" ContentType="application/vnd.openxmlformats-package.relationships+xml"/>
  <Override PartName="/ppt/theme/_rels/theme1.xml.rels" ContentType="application/vnd.openxmlformats-package.relationships+xml"/>
  <Override PartName="/ppt/theme/_rels/theme22.xml.rels" ContentType="application/vnd.openxmlformats-package.relationships+xml"/>
  <Override PartName="/ppt/theme/_rels/theme23.xml.rels" ContentType="application/vnd.openxmlformats-package.relationships+xml"/>
  <Override PartName="/ppt/theme/_rels/theme24.xml.rels" ContentType="application/vnd.openxmlformats-package.relationships+xml"/>
  <Override PartName="/ppt/theme/_rels/theme10.xml.rels" ContentType="application/vnd.openxmlformats-package.relationships+xml"/>
  <Override PartName="/ppt/theme/_rels/theme9.xml.rels" ContentType="application/vnd.openxmlformats-package.relationships+xml"/>
  <Override PartName="/ppt/theme/_rels/theme8.xml.rels" ContentType="application/vnd.openxmlformats-package.relationships+xml"/>
  <Override PartName="/ppt/theme/_rels/theme7.xml.rels" ContentType="application/vnd.openxmlformats-package.relationships+xml"/>
  <Override PartName="/ppt/theme/_rels/theme6.xml.rels" ContentType="application/vnd.openxmlformats-package.relationships+xml"/>
  <Override PartName="/ppt/theme/_rels/theme5.xml.rels" ContentType="application/vnd.openxmlformats-package.relationships+xml"/>
  <Override PartName="/ppt/theme/_rels/theme4.xml.rels" ContentType="application/vnd.openxmlformats-package.relationships+xml"/>
  <Override PartName="/ppt/theme/_rels/theme13.xml.rels" ContentType="application/vnd.openxmlformats-package.relationships+xml"/>
  <Override PartName="/ppt/theme/_rels/theme25.xml.rels" ContentType="application/vnd.openxmlformats-package.relationships+xml"/>
  <Override PartName="/ppt/theme/_rels/theme3.xml.rels" ContentType="application/vnd.openxmlformats-package.relationships+xml"/>
  <Override PartName="/ppt/theme/_rels/theme12.xml.rels" ContentType="application/vnd.openxmlformats-package.relationships+xml"/>
  <Override PartName="/ppt/theme/_rels/theme2.xml.rels" ContentType="application/vnd.openxmlformats-package.relationships+xml"/>
  <Override PartName="/ppt/theme/_rels/theme11.xml.rels" ContentType="application/vnd.openxmlformats-package.relationships+xml"/>
  <Override PartName="/ppt/theme/theme15.xml" ContentType="application/vnd.openxmlformats-officedocument.theme+xml"/>
  <Override PartName="/ppt/_rels/presentation.xml.rels" ContentType="application/vnd.openxmlformats-package.relationships+xml"/>
  <Override PartName="/ppt/media/image28.png" ContentType="image/png"/>
  <Override PartName="/ppt/media/image15.svg" ContentType="image/svg"/>
  <Override PartName="/ppt/media/image26.png" ContentType="image/png"/>
  <Override PartName="/ppt/media/image13.svg" ContentType="image/svg"/>
  <Override PartName="/ppt/media/image24.png" ContentType="image/png"/>
  <Override PartName="/ppt/media/image11.svg" ContentType="image/svg"/>
  <Override PartName="/ppt/media/image22.png" ContentType="image/png"/>
  <Override PartName="/ppt/media/image7.png" ContentType="image/png"/>
  <Override PartName="/ppt/media/image16.png" ContentType="image/png"/>
  <Override PartName="/ppt/media/image17.png" ContentType="image/png"/>
  <Override PartName="/ppt/media/image27.svg" ContentType="image/svg"/>
  <Override PartName="/ppt/media/image8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png" ContentType="image/png"/>
  <Override PartName="/ppt/media/image36.gif" ContentType="image/gif"/>
  <Override PartName="/ppt/media/image5.png" ContentType="image/png"/>
  <Override PartName="/ppt/media/image14.png" ContentType="image/png"/>
  <Override PartName="/ppt/media/image23.svg" ContentType="image/svg"/>
  <Override PartName="/ppt/media/image4.png" ContentType="image/png"/>
  <Override PartName="/ppt/media/image9.jpeg" ContentType="image/jpeg"/>
  <Override PartName="/ppt/media/image34.png" ContentType="image/png"/>
  <Override PartName="/ppt/media/image2.png" ContentType="image/png"/>
  <Override PartName="/ppt/media/image25.svg" ContentType="image/svg"/>
  <Override PartName="/ppt/media/image6.png" ContentType="image/png"/>
  <Override PartName="/ppt/media/image1.jpeg" ContentType="image/jpeg"/>
  <Override PartName="/ppt/media/image10.png" ContentType="image/png"/>
  <Override PartName="/ppt/media/image18.png" ContentType="image/png"/>
  <Override PartName="/ppt/media/image20.png" ContentType="image/png"/>
  <Override PartName="/ppt/media/image29.svg" ContentType="image/svg"/>
  <Override PartName="/ppt/media/image19.png" ContentType="image/png"/>
  <Override PartName="/ppt/media/image2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</p:sldMasterIdLst>
  <p:notesMasterIdLst>
    <p:notesMasterId r:id="rId27"/>
  </p:notesMasterIdLst>
  <p:sldIdLst>
    <p:sldId id="256" r:id="rId28"/>
    <p:sldId id="257" r:id="rId29"/>
    <p:sldId id="258" r:id="rId30"/>
    <p:sldId id="259" r:id="rId31"/>
    <p:sldId id="260" r:id="rId32"/>
    <p:sldId id="261" r:id="rId33"/>
    <p:sldId id="262" r:id="rId34"/>
    <p:sldId id="263" r:id="rId35"/>
    <p:sldId id="264" r:id="rId36"/>
    <p:sldId id="265" r:id="rId37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1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slide" Target="slides/slide9.xml"/><Relationship Id="rId37" Type="http://schemas.openxmlformats.org/officeDocument/2006/relationships/slide" Target="slides/slide10.xml"/><Relationship Id="rId3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4"/>
          <p:cNvSpPr>
            <a:spLocks noGrp="1"/>
          </p:cNvSpPr>
          <p:nvPr>
            <p:ph type="dt" idx="5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5"/>
          <p:cNvSpPr>
            <a:spLocks noGrp="1"/>
          </p:cNvSpPr>
          <p:nvPr>
            <p:ph type="ftr" idx="5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6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4218962-A508-472E-96B2-E4F850BE1B5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B135CD3D-65BB-4E86-AB60-D3030C344560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DD5B5F2D-8A03-4384-9CAE-68C399B9F99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383F725C-731D-4877-AA2A-FA494A6DE81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A37A197D-54DD-4AA4-859E-BDD7CAE11D8A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5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B67DF7BD-8ADD-4B47-A3DD-4A7A3BD4579B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6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AA8C0844-707B-46CF-8BA1-FEAFB2A3A9CA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6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7B9AC389-C650-47A0-BC2A-080B160EA3A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6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38AFC1C0-2446-450A-BF46-1E2AF89FD9E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021FDCE-46BE-4C17-8E8C-1746D7AD26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FDA7B69-4534-414B-8A0C-A673FB9B8AE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4D94D22-6265-464B-A43B-9B525373EE8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B70386B-C018-418F-8265-358CD399AF8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6C47C40-5D97-46C0-A753-C64F9D7E398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B75936D3-FCA4-494B-B8D0-3ADAD863016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8C7EA80-D3CE-44A4-8E7B-A9F444803D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7E2C7EA4-8088-43A5-A4BD-B96F14673C7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08BD45A-4FAD-4460-A89D-0FC48D8E8C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CCB6570-59A0-4AA2-8E1B-41A491D7B4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67C0A2CD-275A-4CFE-A655-5ADA95ACBF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451AF58C-707E-4F3F-B3E4-3A8FA57EA9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178BF7DE-5D80-4B92-B08D-BFD99F5425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F682D09A-75D8-49D3-8AEF-EC006DB7C6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9BCEC963-6AE7-40FC-8CFF-149E99BD2B2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B0712D61-4135-4F46-920F-2D622FDC1B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1"/>
          </p:nvPr>
        </p:nvSpPr>
        <p:spPr/>
        <p:txBody>
          <a:bodyPr/>
          <a:p>
            <a:fld id="{D8DAADFE-8B19-4B43-8EB6-74492A5EACF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2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3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4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5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386000" y="1737360"/>
            <a:ext cx="10590480" cy="399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864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86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dt" idx="1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sldNum" idx="3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EC087C5C-CB47-4185-BC51-59F4237EA3E4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3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4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5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6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7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386000" y="5760720"/>
            <a:ext cx="10590480" cy="67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288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1386000" y="822960"/>
            <a:ext cx="10590480" cy="4368600"/>
          </a:xfrm>
          <a:prstGeom prst="rect">
            <a:avLst/>
          </a:prstGeom>
          <a:noFill/>
          <a:ln w="0">
            <a:noFill/>
          </a:ln>
          <a:effectLst>
            <a:outerShdw dist="50760" dir="5400000" blurRad="50760" rotWithShape="0">
              <a:srgbClr val="000000">
                <a:alpha val="43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Click icon to add picture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1386000" y="6440760"/>
            <a:ext cx="10590480" cy="59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44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14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dt" idx="4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ftr" idx="5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sldNum" idx="6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D6276E43-B0B7-46B0-93C4-72655CE1BA0C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7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26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27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28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29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386000" y="1737360"/>
            <a:ext cx="10590480" cy="237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76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76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1386000" y="4389120"/>
            <a:ext cx="10590480" cy="283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7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8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9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151B76AA-9068-4D34-8F40-6C4A4C024718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7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36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37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38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39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40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889640" y="1737360"/>
            <a:ext cx="9598680" cy="278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76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76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2316600" y="4525560"/>
            <a:ext cx="8735040" cy="4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679" spc="-1" strike="noStrike" cap="small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1386000" y="5220720"/>
            <a:ext cx="10590480" cy="20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10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11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12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609B5BEB-D445-4392-853B-1FC921F88838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TextBox 8"/>
          <p:cNvSpPr/>
          <p:nvPr/>
        </p:nvSpPr>
        <p:spPr>
          <a:xfrm>
            <a:off x="1077840" y="1165680"/>
            <a:ext cx="961920" cy="23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4639" spc="-1" strike="noStrike">
                <a:solidFill>
                  <a:schemeClr val="accent1"/>
                </a:solidFill>
                <a:latin typeface="Arial"/>
              </a:rPr>
              <a:t>“</a:t>
            </a:r>
            <a:endParaRPr b="0" lang="en-US" sz="146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Box 12"/>
          <p:cNvSpPr/>
          <p:nvPr/>
        </p:nvSpPr>
        <p:spPr>
          <a:xfrm>
            <a:off x="11196720" y="3136680"/>
            <a:ext cx="961920" cy="23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4639" spc="-1" strike="noStrike">
                <a:solidFill>
                  <a:schemeClr val="accent1"/>
                </a:solidFill>
                <a:latin typeface="Arial"/>
              </a:rPr>
              <a:t>”</a:t>
            </a:r>
            <a:endParaRPr b="0" lang="en-US" sz="14639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7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50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51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52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53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54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386000" y="3749040"/>
            <a:ext cx="10590480" cy="198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480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4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386000" y="5733000"/>
            <a:ext cx="1059048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13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14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15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7F9C5627-B653-41E9-8ABD-F61A53856AB6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7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61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62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63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64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65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775440" y="543240"/>
            <a:ext cx="11285280" cy="168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04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0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9600" y="2377440"/>
            <a:ext cx="3535920" cy="69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880" spc="-1" strike="noStrike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783000" y="3200400"/>
            <a:ext cx="3512520" cy="430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4660560" y="2377440"/>
            <a:ext cx="3522960" cy="69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880" spc="-1" strike="noStrike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4647600" y="3200400"/>
            <a:ext cx="3535920" cy="430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8549640" y="2377440"/>
            <a:ext cx="3518280" cy="69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880" spc="-1" strike="noStrike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72" name="PlaceHolder 7"/>
          <p:cNvSpPr>
            <a:spLocks noGrp="1"/>
          </p:cNvSpPr>
          <p:nvPr>
            <p:ph type="body"/>
          </p:nvPr>
        </p:nvSpPr>
        <p:spPr>
          <a:xfrm>
            <a:off x="8549640" y="3200400"/>
            <a:ext cx="3518280" cy="430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cxnSp>
        <p:nvCxnSpPr>
          <p:cNvPr id="73" name="Straight Connector 16"/>
          <p:cNvCxnSpPr/>
          <p:nvPr/>
        </p:nvCxnSpPr>
        <p:spPr>
          <a:xfrm>
            <a:off x="4471200" y="2560320"/>
            <a:ext cx="360" cy="4755240"/>
          </a:xfrm>
          <a:prstGeom prst="straightConnector1">
            <a:avLst/>
          </a:prstGeom>
          <a:ln cap="rnd" w="12700">
            <a:solidFill>
              <a:srgbClr val="dddddd">
                <a:alpha val="40000"/>
              </a:srgbClr>
            </a:solidFill>
            <a:round/>
          </a:ln>
        </p:spPr>
      </p:cxnSp>
      <p:cxnSp>
        <p:nvCxnSpPr>
          <p:cNvPr id="74" name="Straight Connector 17"/>
          <p:cNvCxnSpPr/>
          <p:nvPr/>
        </p:nvCxnSpPr>
        <p:spPr>
          <a:xfrm>
            <a:off x="8354520" y="2560320"/>
            <a:ext cx="360" cy="4760280"/>
          </a:xfrm>
          <a:prstGeom prst="straightConnector1">
            <a:avLst/>
          </a:prstGeom>
          <a:ln cap="rnd" w="12700">
            <a:solidFill>
              <a:srgbClr val="dddddd">
                <a:alpha val="40000"/>
              </a:srgbClr>
            </a:solidFill>
            <a:round/>
          </a:ln>
        </p:spPr>
      </p:cxnSp>
      <p:sp>
        <p:nvSpPr>
          <p:cNvPr id="75" name="PlaceHolder 8"/>
          <p:cNvSpPr>
            <a:spLocks noGrp="1"/>
          </p:cNvSpPr>
          <p:nvPr>
            <p:ph type="dt" idx="16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PlaceHolder 9"/>
          <p:cNvSpPr>
            <a:spLocks noGrp="1"/>
          </p:cNvSpPr>
          <p:nvPr>
            <p:ph type="ftr" idx="17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" name="PlaceHolder 10"/>
          <p:cNvSpPr>
            <a:spLocks noGrp="1"/>
          </p:cNvSpPr>
          <p:nvPr>
            <p:ph type="sldNum" idx="18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2CCAF999-64A6-499B-A0D3-E15C43F25F9F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7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79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80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81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82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83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775440" y="543240"/>
            <a:ext cx="11285280" cy="168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04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0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783000" y="5101200"/>
            <a:ext cx="3527640" cy="69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880" spc="-1" strike="noStrike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783000" y="2651760"/>
            <a:ext cx="3527640" cy="1828440"/>
          </a:xfrm>
          <a:prstGeom prst="rect">
            <a:avLst/>
          </a:prstGeom>
          <a:noFill/>
          <a:ln w="0">
            <a:noFill/>
          </a:ln>
          <a:effectLst>
            <a:outerShdw dist="50760" dir="5400000" blurRad="50760" rotWithShape="0">
              <a:srgbClr val="000000">
                <a:alpha val="43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Click icon to add picture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783000" y="5792760"/>
            <a:ext cx="3527640" cy="79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4667400" y="5101200"/>
            <a:ext cx="3516120" cy="69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880" spc="-1" strike="noStrike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 type="body"/>
          </p:nvPr>
        </p:nvSpPr>
        <p:spPr>
          <a:xfrm>
            <a:off x="4667400" y="2651760"/>
            <a:ext cx="3516120" cy="1828440"/>
          </a:xfrm>
          <a:prstGeom prst="rect">
            <a:avLst/>
          </a:prstGeom>
          <a:noFill/>
          <a:ln w="0">
            <a:noFill/>
          </a:ln>
          <a:effectLst>
            <a:outerShdw dist="50760" dir="5400000" blurRad="50760" rotWithShape="0">
              <a:srgbClr val="000000">
                <a:alpha val="43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Click icon to add picture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body"/>
          </p:nvPr>
        </p:nvSpPr>
        <p:spPr>
          <a:xfrm>
            <a:off x="4665600" y="5792760"/>
            <a:ext cx="3520800" cy="79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body"/>
          </p:nvPr>
        </p:nvSpPr>
        <p:spPr>
          <a:xfrm>
            <a:off x="8549640" y="5101200"/>
            <a:ext cx="3518280" cy="69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880" spc="-1" strike="noStrike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92" name="PlaceHolder 9"/>
          <p:cNvSpPr>
            <a:spLocks noGrp="1"/>
          </p:cNvSpPr>
          <p:nvPr>
            <p:ph type="body"/>
          </p:nvPr>
        </p:nvSpPr>
        <p:spPr>
          <a:xfrm>
            <a:off x="8549640" y="2651760"/>
            <a:ext cx="3518280" cy="1828440"/>
          </a:xfrm>
          <a:prstGeom prst="rect">
            <a:avLst/>
          </a:prstGeom>
          <a:noFill/>
          <a:ln w="0">
            <a:noFill/>
          </a:ln>
          <a:effectLst>
            <a:outerShdw dist="50760" dir="5400000" blurRad="50760" rotWithShape="0">
              <a:srgbClr val="000000">
                <a:alpha val="43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Click icon to add picture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93" name="PlaceHolder 10"/>
          <p:cNvSpPr>
            <a:spLocks noGrp="1"/>
          </p:cNvSpPr>
          <p:nvPr>
            <p:ph type="body"/>
          </p:nvPr>
        </p:nvSpPr>
        <p:spPr>
          <a:xfrm>
            <a:off x="8549640" y="5792760"/>
            <a:ext cx="3522960" cy="79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cxnSp>
        <p:nvCxnSpPr>
          <p:cNvPr id="94" name="Straight Connector 16"/>
          <p:cNvCxnSpPr/>
          <p:nvPr/>
        </p:nvCxnSpPr>
        <p:spPr>
          <a:xfrm>
            <a:off x="4471200" y="2560320"/>
            <a:ext cx="360" cy="4755240"/>
          </a:xfrm>
          <a:prstGeom prst="straightConnector1">
            <a:avLst/>
          </a:prstGeom>
          <a:ln cap="rnd" w="12700">
            <a:solidFill>
              <a:srgbClr val="dddddd">
                <a:alpha val="40000"/>
              </a:srgbClr>
            </a:solidFill>
            <a:round/>
          </a:ln>
        </p:spPr>
      </p:cxnSp>
      <p:cxnSp>
        <p:nvCxnSpPr>
          <p:cNvPr id="95" name="Straight Connector 17"/>
          <p:cNvCxnSpPr/>
          <p:nvPr/>
        </p:nvCxnSpPr>
        <p:spPr>
          <a:xfrm>
            <a:off x="8354520" y="2560320"/>
            <a:ext cx="360" cy="4760280"/>
          </a:xfrm>
          <a:prstGeom prst="straightConnector1">
            <a:avLst/>
          </a:prstGeom>
          <a:ln cap="rnd" w="12700">
            <a:solidFill>
              <a:srgbClr val="dddddd">
                <a:alpha val="40000"/>
              </a:srgbClr>
            </a:solidFill>
            <a:round/>
          </a:ln>
        </p:spPr>
      </p:cxnSp>
      <p:sp>
        <p:nvSpPr>
          <p:cNvPr id="96" name="PlaceHolder 11"/>
          <p:cNvSpPr>
            <a:spLocks noGrp="1"/>
          </p:cNvSpPr>
          <p:nvPr>
            <p:ph type="dt" idx="19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12"/>
          <p:cNvSpPr>
            <a:spLocks noGrp="1"/>
          </p:cNvSpPr>
          <p:nvPr>
            <p:ph type="ftr" idx="20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13"/>
          <p:cNvSpPr>
            <a:spLocks noGrp="1"/>
          </p:cNvSpPr>
          <p:nvPr>
            <p:ph type="sldNum" idx="21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45A686EF-A130-4925-8B44-96D4C3FC9556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7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00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01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02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03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04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775440" y="543240"/>
            <a:ext cx="11285280" cy="168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04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0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1324080" y="2463480"/>
            <a:ext cx="10735560" cy="503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11480" indent="-4114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91720" indent="-3430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Second level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  <a:p>
            <a:pPr lvl="2" marL="137160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Third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3" marL="192024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46888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Fifth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dt" idx="22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ftr" idx="23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sldNum" idx="24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B004B414-754D-4626-B65B-01CA58740B8D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7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11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12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13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14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15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9965160" y="516240"/>
            <a:ext cx="2102760" cy="699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 vert="eaVer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04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0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783000" y="1064880"/>
            <a:ext cx="8907480" cy="644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11480" indent="-4114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91720" indent="-3430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Second level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  <a:p>
            <a:pPr lvl="2" marL="137160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Third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3" marL="192024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46888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Fifth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dt" idx="25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ftr" idx="26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27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8DA8545D-8B75-4672-A28E-047FFDB7CC39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7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Picture 7" descr=""/>
          <p:cNvPicPr/>
          <p:nvPr/>
        </p:nvPicPr>
        <p:blipFill>
          <a:blip r:embed="rId2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6" descr=""/>
          <p:cNvPicPr/>
          <p:nvPr/>
        </p:nvPicPr>
        <p:blipFill>
          <a:blip r:embed="rId3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23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24" name="Picture 8" descr=""/>
          <p:cNvPicPr/>
          <p:nvPr/>
        </p:nvPicPr>
        <p:blipFill>
          <a:blip r:embed="rId4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25" name="Picture 9" descr=""/>
          <p:cNvPicPr/>
          <p:nvPr/>
        </p:nvPicPr>
        <p:blipFill>
          <a:blip r:embed="rId5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26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Outline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6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Picture 7" descr=""/>
          <p:cNvPicPr/>
          <p:nvPr/>
        </p:nvPicPr>
        <p:blipFill>
          <a:blip r:embed="rId2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30" name="Picture 6" descr=""/>
          <p:cNvPicPr/>
          <p:nvPr/>
        </p:nvPicPr>
        <p:blipFill>
          <a:blip r:embed="rId3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31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32" name="Picture 8" descr=""/>
          <p:cNvPicPr/>
          <p:nvPr/>
        </p:nvPicPr>
        <p:blipFill>
          <a:blip r:embed="rId4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33" name="Picture 9" descr=""/>
          <p:cNvPicPr/>
          <p:nvPr/>
        </p:nvPicPr>
        <p:blipFill>
          <a:blip r:embed="rId5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34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Outline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6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39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40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41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42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775440" y="543240"/>
            <a:ext cx="11285280" cy="168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04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0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1324080" y="2463480"/>
            <a:ext cx="10735560" cy="503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11480" indent="-4114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91720" indent="-3430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Second level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  <a:p>
            <a:pPr lvl="2" marL="137160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Third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3" marL="192024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46888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Fifth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dt" idx="28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ftr" idx="29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PlaceHolder 5"/>
          <p:cNvSpPr>
            <a:spLocks noGrp="1"/>
          </p:cNvSpPr>
          <p:nvPr>
            <p:ph type="sldNum" idx="30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14F287B5-4126-4297-B3D0-7D777EEBBFF3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7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Picture 7" descr=""/>
          <p:cNvPicPr/>
          <p:nvPr/>
        </p:nvPicPr>
        <p:blipFill>
          <a:blip r:embed="rId2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51" name="Picture 6" descr=""/>
          <p:cNvPicPr/>
          <p:nvPr/>
        </p:nvPicPr>
        <p:blipFill>
          <a:blip r:embed="rId3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52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53" name="Picture 8" descr=""/>
          <p:cNvPicPr/>
          <p:nvPr/>
        </p:nvPicPr>
        <p:blipFill>
          <a:blip r:embed="rId4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54" name="Picture 9" descr=""/>
          <p:cNvPicPr/>
          <p:nvPr/>
        </p:nvPicPr>
        <p:blipFill>
          <a:blip r:embed="rId5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55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Outline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6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Picture 7" descr=""/>
          <p:cNvPicPr/>
          <p:nvPr/>
        </p:nvPicPr>
        <p:blipFill>
          <a:blip r:embed="rId2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59" name="Picture 6" descr=""/>
          <p:cNvPicPr/>
          <p:nvPr/>
        </p:nvPicPr>
        <p:blipFill>
          <a:blip r:embed="rId3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60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61" name="Picture 8" descr=""/>
          <p:cNvPicPr/>
          <p:nvPr/>
        </p:nvPicPr>
        <p:blipFill>
          <a:blip r:embed="rId4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62" name="Picture 9" descr=""/>
          <p:cNvPicPr/>
          <p:nvPr/>
        </p:nvPicPr>
        <p:blipFill>
          <a:blip r:embed="rId5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63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Outline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6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Picture 7" descr=""/>
          <p:cNvPicPr/>
          <p:nvPr/>
        </p:nvPicPr>
        <p:blipFill>
          <a:blip r:embed="rId2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67" name="Picture 6" descr=""/>
          <p:cNvPicPr/>
          <p:nvPr/>
        </p:nvPicPr>
        <p:blipFill>
          <a:blip r:embed="rId3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68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69" name="Picture 8" descr=""/>
          <p:cNvPicPr/>
          <p:nvPr/>
        </p:nvPicPr>
        <p:blipFill>
          <a:blip r:embed="rId4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70" name="Picture 9" descr=""/>
          <p:cNvPicPr/>
          <p:nvPr/>
        </p:nvPicPr>
        <p:blipFill>
          <a:blip r:embed="rId5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71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Outline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6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7" descr=""/>
          <p:cNvPicPr/>
          <p:nvPr/>
        </p:nvPicPr>
        <p:blipFill>
          <a:blip r:embed="rId2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75" name="Picture 6" descr=""/>
          <p:cNvPicPr/>
          <p:nvPr/>
        </p:nvPicPr>
        <p:blipFill>
          <a:blip r:embed="rId3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76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77" name="Picture 8" descr=""/>
          <p:cNvPicPr/>
          <p:nvPr/>
        </p:nvPicPr>
        <p:blipFill>
          <a:blip r:embed="rId4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78" name="Picture 9" descr=""/>
          <p:cNvPicPr/>
          <p:nvPr/>
        </p:nvPicPr>
        <p:blipFill>
          <a:blip r:embed="rId5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79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Outline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Picture 7" descr=""/>
          <p:cNvPicPr/>
          <p:nvPr/>
        </p:nvPicPr>
        <p:blipFill>
          <a:blip r:embed="rId2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83" name="Picture 6" descr=""/>
          <p:cNvPicPr/>
          <p:nvPr/>
        </p:nvPicPr>
        <p:blipFill>
          <a:blip r:embed="rId3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84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85" name="Picture 8" descr=""/>
          <p:cNvPicPr/>
          <p:nvPr/>
        </p:nvPicPr>
        <p:blipFill>
          <a:blip r:embed="rId4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86" name="Picture 9" descr=""/>
          <p:cNvPicPr/>
          <p:nvPr/>
        </p:nvPicPr>
        <p:blipFill>
          <a:blip r:embed="rId5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87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Outline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6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Picture 7" descr=""/>
          <p:cNvPicPr/>
          <p:nvPr/>
        </p:nvPicPr>
        <p:blipFill>
          <a:blip r:embed="rId2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91" name="Picture 6" descr=""/>
          <p:cNvPicPr/>
          <p:nvPr/>
        </p:nvPicPr>
        <p:blipFill>
          <a:blip r:embed="rId3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192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193" name="Picture 8" descr=""/>
          <p:cNvPicPr/>
          <p:nvPr/>
        </p:nvPicPr>
        <p:blipFill>
          <a:blip r:embed="rId4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194" name="Picture 9" descr=""/>
          <p:cNvPicPr/>
          <p:nvPr/>
        </p:nvPicPr>
        <p:blipFill>
          <a:blip r:embed="rId5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195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Outline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Outline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entury Gothic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6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199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200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201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202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203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1386000" y="3434040"/>
            <a:ext cx="10590480" cy="229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480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4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1386000" y="5733000"/>
            <a:ext cx="10590480" cy="103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400" spc="-1" strike="noStrike" cap="all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dt" idx="31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ftr" idx="32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PlaceHolder 5"/>
          <p:cNvSpPr>
            <a:spLocks noGrp="1"/>
          </p:cNvSpPr>
          <p:nvPr>
            <p:ph type="sldNum" idx="33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D798602B-1B88-4591-87FC-D4BA58B4BD5D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7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210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211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212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213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214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775440" y="543240"/>
            <a:ext cx="11285280" cy="168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04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0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1324080" y="2472840"/>
            <a:ext cx="5275080" cy="503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11480" indent="-4114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  <a:p>
            <a:pPr lvl="1" marL="891720" indent="-3430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37160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92024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440" spc="-1" strike="noStrike">
                <a:solidFill>
                  <a:schemeClr val="dk1"/>
                </a:solidFill>
                <a:latin typeface="Century Gothic"/>
              </a:rPr>
              <a:t>Fourth level</a:t>
            </a:r>
            <a:endParaRPr b="0" lang="en-US" sz="1440" spc="-1" strike="noStrike">
              <a:solidFill>
                <a:schemeClr val="dk1"/>
              </a:solidFill>
              <a:latin typeface="Century Gothic"/>
            </a:endParaRPr>
          </a:p>
          <a:p>
            <a:pPr lvl="4" marL="246888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440" spc="-1" strike="noStrike">
                <a:solidFill>
                  <a:schemeClr val="dk1"/>
                </a:solidFill>
                <a:latin typeface="Century Gothic"/>
              </a:rPr>
              <a:t>Fifth level</a:t>
            </a:r>
            <a:endParaRPr b="0" lang="en-US" sz="14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body"/>
          </p:nvPr>
        </p:nvSpPr>
        <p:spPr>
          <a:xfrm>
            <a:off x="6785280" y="2467440"/>
            <a:ext cx="5275080" cy="504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11480" indent="-4114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  <a:p>
            <a:pPr lvl="1" marL="891720" indent="-3430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37160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92024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440" spc="-1" strike="noStrike">
                <a:solidFill>
                  <a:schemeClr val="dk1"/>
                </a:solidFill>
                <a:latin typeface="Century Gothic"/>
              </a:rPr>
              <a:t>Fourth level</a:t>
            </a:r>
            <a:endParaRPr b="0" lang="en-US" sz="1440" spc="-1" strike="noStrike">
              <a:solidFill>
                <a:schemeClr val="dk1"/>
              </a:solidFill>
              <a:latin typeface="Century Gothic"/>
            </a:endParaRPr>
          </a:p>
          <a:p>
            <a:pPr lvl="4" marL="246888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440" spc="-1" strike="noStrike">
                <a:solidFill>
                  <a:schemeClr val="dk1"/>
                </a:solidFill>
                <a:latin typeface="Century Gothic"/>
              </a:rPr>
              <a:t>Fifth level</a:t>
            </a:r>
            <a:endParaRPr b="0" lang="en-US" sz="14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18" name="PlaceHolder 4"/>
          <p:cNvSpPr>
            <a:spLocks noGrp="1"/>
          </p:cNvSpPr>
          <p:nvPr>
            <p:ph type="dt" idx="34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PlaceHolder 5"/>
          <p:cNvSpPr>
            <a:spLocks noGrp="1"/>
          </p:cNvSpPr>
          <p:nvPr>
            <p:ph type="ftr" idx="35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PlaceHolder 6"/>
          <p:cNvSpPr>
            <a:spLocks noGrp="1"/>
          </p:cNvSpPr>
          <p:nvPr>
            <p:ph type="sldNum" idx="36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FB4EDB52-AAE3-4DDB-B3F3-87BEDD3F4AA3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7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225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226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227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228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229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775440" y="543240"/>
            <a:ext cx="11285280" cy="168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04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0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1324080" y="2286000"/>
            <a:ext cx="5275080" cy="69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880" spc="-1" strike="noStrike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body"/>
          </p:nvPr>
        </p:nvSpPr>
        <p:spPr>
          <a:xfrm>
            <a:off x="1324080" y="3017520"/>
            <a:ext cx="5275080" cy="448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11480" indent="-4114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  <a:p>
            <a:pPr lvl="1" marL="891720" indent="-3430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37160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92024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440" spc="-1" strike="noStrike">
                <a:solidFill>
                  <a:schemeClr val="dk1"/>
                </a:solidFill>
                <a:latin typeface="Century Gothic"/>
              </a:rPr>
              <a:t>Fourth level</a:t>
            </a:r>
            <a:endParaRPr b="0" lang="en-US" sz="1440" spc="-1" strike="noStrike">
              <a:solidFill>
                <a:schemeClr val="dk1"/>
              </a:solidFill>
              <a:latin typeface="Century Gothic"/>
            </a:endParaRPr>
          </a:p>
          <a:p>
            <a:pPr lvl="4" marL="246888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440" spc="-1" strike="noStrike">
                <a:solidFill>
                  <a:schemeClr val="dk1"/>
                </a:solidFill>
                <a:latin typeface="Century Gothic"/>
              </a:rPr>
              <a:t>Fifth level</a:t>
            </a:r>
            <a:endParaRPr b="0" lang="en-US" sz="14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33" name="PlaceHolder 4"/>
          <p:cNvSpPr>
            <a:spLocks noGrp="1"/>
          </p:cNvSpPr>
          <p:nvPr>
            <p:ph type="body"/>
          </p:nvPr>
        </p:nvSpPr>
        <p:spPr>
          <a:xfrm>
            <a:off x="6785280" y="2286000"/>
            <a:ext cx="5275080" cy="69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2880" spc="-1" strike="noStrike">
                <a:solidFill>
                  <a:schemeClr val="accent1"/>
                </a:solidFill>
                <a:latin typeface="Century Gothic"/>
              </a:rPr>
              <a:t>Click to edit Master text styles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34" name="PlaceHolder 5"/>
          <p:cNvSpPr>
            <a:spLocks noGrp="1"/>
          </p:cNvSpPr>
          <p:nvPr>
            <p:ph type="body"/>
          </p:nvPr>
        </p:nvSpPr>
        <p:spPr>
          <a:xfrm>
            <a:off x="6785280" y="3017520"/>
            <a:ext cx="5275080" cy="448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411480" indent="-4114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  <a:p>
            <a:pPr lvl="1" marL="891720" indent="-3430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Second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2" marL="137160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Third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3" marL="192024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440" spc="-1" strike="noStrike">
                <a:solidFill>
                  <a:schemeClr val="dk1"/>
                </a:solidFill>
                <a:latin typeface="Century Gothic"/>
              </a:rPr>
              <a:t>Fourth level</a:t>
            </a:r>
            <a:endParaRPr b="0" lang="en-US" sz="1440" spc="-1" strike="noStrike">
              <a:solidFill>
                <a:schemeClr val="dk1"/>
              </a:solidFill>
              <a:latin typeface="Century Gothic"/>
            </a:endParaRPr>
          </a:p>
          <a:p>
            <a:pPr lvl="4" marL="246888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440" spc="-1" strike="noStrike">
                <a:solidFill>
                  <a:schemeClr val="dk1"/>
                </a:solidFill>
                <a:latin typeface="Century Gothic"/>
              </a:rPr>
              <a:t>Fifth level</a:t>
            </a:r>
            <a:endParaRPr b="0" lang="en-US" sz="14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35" name="PlaceHolder 6"/>
          <p:cNvSpPr>
            <a:spLocks noGrp="1"/>
          </p:cNvSpPr>
          <p:nvPr>
            <p:ph type="dt" idx="37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PlaceHolder 7"/>
          <p:cNvSpPr>
            <a:spLocks noGrp="1"/>
          </p:cNvSpPr>
          <p:nvPr>
            <p:ph type="ftr" idx="38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" name="PlaceHolder 8"/>
          <p:cNvSpPr>
            <a:spLocks noGrp="1"/>
          </p:cNvSpPr>
          <p:nvPr>
            <p:ph type="sldNum" idx="39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ED43C9E3-C83F-4568-957F-81B0B3866335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7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239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240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241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242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243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775440" y="543240"/>
            <a:ext cx="11285280" cy="1680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504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504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 type="dt" idx="40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ftr" idx="41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7" name="PlaceHolder 4"/>
          <p:cNvSpPr>
            <a:spLocks noGrp="1"/>
          </p:cNvSpPr>
          <p:nvPr>
            <p:ph type="sldNum" idx="42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8D7D61EF-3800-4EE8-B464-F45F171993C9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7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250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251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252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253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254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 type="dt" idx="43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ftr" idx="44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45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5EC3A8A3-BC86-40D5-88DF-ED9F66905D0A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7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259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260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261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262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263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1386000" y="1737360"/>
            <a:ext cx="4080960" cy="173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288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288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5741640" y="1737360"/>
            <a:ext cx="62348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marL="411480" indent="-4114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400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entury Gothic"/>
            </a:endParaRPr>
          </a:p>
          <a:p>
            <a:pPr lvl="1" marL="891720" indent="-34308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2160" spc="-1" strike="noStrike">
                <a:solidFill>
                  <a:schemeClr val="dk1"/>
                </a:solidFill>
                <a:latin typeface="Century Gothic"/>
              </a:rPr>
              <a:t>Second level</a:t>
            </a:r>
            <a:endParaRPr b="0" lang="en-US" sz="2160" spc="-1" strike="noStrike">
              <a:solidFill>
                <a:schemeClr val="dk1"/>
              </a:solidFill>
              <a:latin typeface="Century Gothic"/>
            </a:endParaRPr>
          </a:p>
          <a:p>
            <a:pPr lvl="2" marL="137160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Third level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  <a:p>
            <a:pPr lvl="3" marL="192024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Fourth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  <a:p>
            <a:pPr lvl="4" marL="2468880" indent="-274320" defTabSz="548640">
              <a:lnSpc>
                <a:spcPct val="100000"/>
              </a:lnSpc>
              <a:spcBef>
                <a:spcPts val="1199"/>
              </a:spcBef>
              <a:buClr>
                <a:srgbClr val="dddddd"/>
              </a:buClr>
              <a:buSzPct val="80000"/>
              <a:buFont typeface="Wingdings 3" charset="2"/>
              <a:buChar char=""/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Fifth level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body"/>
          </p:nvPr>
        </p:nvSpPr>
        <p:spPr>
          <a:xfrm>
            <a:off x="1386000" y="3755160"/>
            <a:ext cx="4080960" cy="347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dt" idx="46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ftr" idx="47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PlaceHolder 6"/>
          <p:cNvSpPr>
            <a:spLocks noGrp="1"/>
          </p:cNvSpPr>
          <p:nvPr>
            <p:ph type="sldNum" idx="48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EA09F4BE-7A1D-4BB2-A675-D502B34A6D8E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7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Picture 7" descr=""/>
          <p:cNvPicPr/>
          <p:nvPr/>
        </p:nvPicPr>
        <p:blipFill>
          <a:blip r:embed="rId3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271" name="Picture 6" descr=""/>
          <p:cNvPicPr/>
          <p:nvPr/>
        </p:nvPicPr>
        <p:blipFill>
          <a:blip r:embed="rId4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272" name="Oval 15"/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999999">
                  <a:alpha val="7000"/>
                </a:srgbClr>
              </a:gs>
              <a:gs pos="36000">
                <a:srgbClr val="999999">
                  <a:alpha val="6000"/>
                </a:srgbClr>
              </a:gs>
              <a:gs pos="69000">
                <a:srgbClr val="9999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273" name="Picture 8" descr=""/>
          <p:cNvPicPr/>
          <p:nvPr/>
        </p:nvPicPr>
        <p:blipFill>
          <a:blip r:embed="rId5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274" name="Picture 9" descr=""/>
          <p:cNvPicPr/>
          <p:nvPr/>
        </p:nvPicPr>
        <p:blipFill>
          <a:blip r:embed="rId6"/>
          <a:srcRect l="0" t="0" r="0" b="23333"/>
          <a:stretch/>
        </p:blipFill>
        <p:spPr>
          <a:xfrm>
            <a:off x="1033092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275" name="Rectangle 13"/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1384560" y="2225160"/>
            <a:ext cx="6111000" cy="188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548640">
              <a:lnSpc>
                <a:spcPct val="100000"/>
              </a:lnSpc>
              <a:buNone/>
            </a:pPr>
            <a:r>
              <a:rPr b="0" lang="en-US" sz="4320" spc="-1" strike="noStrike">
                <a:solidFill>
                  <a:schemeClr val="dk2"/>
                </a:solidFill>
                <a:latin typeface="Century Gothic"/>
              </a:rPr>
              <a:t>Click to edit Master title style</a:t>
            </a:r>
            <a:endParaRPr b="0" lang="en-US" sz="432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8339400" y="1371600"/>
            <a:ext cx="3840120" cy="5486040"/>
          </a:xfrm>
          <a:prstGeom prst="rect">
            <a:avLst/>
          </a:prstGeom>
          <a:noFill/>
          <a:ln w="0">
            <a:noFill/>
          </a:ln>
          <a:effectLst>
            <a:outerShdw dist="50760" dir="5400000" blurRad="50760" rotWithShape="0">
              <a:srgbClr val="000000">
                <a:alpha val="43000"/>
              </a:srgbClr>
            </a:outerShdw>
          </a:effectLst>
        </p:spPr>
        <p:txBody>
          <a:bodyPr lIns="90000" rIns="90000" tIns="45000" bIns="45000" anchor="t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920" spc="-1" strike="noStrike">
                <a:solidFill>
                  <a:schemeClr val="dk1"/>
                </a:solidFill>
                <a:latin typeface="Century Gothic"/>
              </a:rPr>
              <a:t>Click icon to add picture</a:t>
            </a:r>
            <a:endParaRPr b="0" lang="en-US" sz="192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body"/>
          </p:nvPr>
        </p:nvSpPr>
        <p:spPr>
          <a:xfrm>
            <a:off x="1386000" y="4389120"/>
            <a:ext cx="6101640" cy="164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54864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-US" sz="1679" spc="-1" strike="noStrike">
                <a:solidFill>
                  <a:schemeClr val="dk1"/>
                </a:solidFill>
                <a:latin typeface="Century Gothic"/>
              </a:rPr>
              <a:t>Click to edit Master text styles</a:t>
            </a:r>
            <a:endParaRPr b="0" lang="en-US" sz="1679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79" name="PlaceHolder 4"/>
          <p:cNvSpPr>
            <a:spLocks noGrp="1"/>
          </p:cNvSpPr>
          <p:nvPr>
            <p:ph type="dt" idx="49"/>
          </p:nvPr>
        </p:nvSpPr>
        <p:spPr>
          <a:xfrm rot="5400000">
            <a:off x="12187080" y="2148840"/>
            <a:ext cx="118836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320" spc="-1" strike="noStrike">
                <a:solidFill>
                  <a:schemeClr val="dk1">
                    <a:tint val="75000"/>
                    <a:alpha val="60000"/>
                  </a:schemeClr>
                </a:solidFill>
                <a:latin typeface="Century Gothic"/>
              </a:rPr>
              <a:t>&lt;date/time&gt;</a:t>
            </a:r>
            <a:endParaRPr b="0" lang="en-US" sz="132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PlaceHolder 5"/>
          <p:cNvSpPr>
            <a:spLocks noGrp="1"/>
          </p:cNvSpPr>
          <p:nvPr>
            <p:ph type="ftr" idx="50"/>
          </p:nvPr>
        </p:nvSpPr>
        <p:spPr>
          <a:xfrm rot="5400000">
            <a:off x="10742400" y="3870360"/>
            <a:ext cx="4631400" cy="36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PlaceHolder 6"/>
          <p:cNvSpPr>
            <a:spLocks noGrp="1"/>
          </p:cNvSpPr>
          <p:nvPr>
            <p:ph type="sldNum" idx="51"/>
          </p:nvPr>
        </p:nvSpPr>
        <p:spPr>
          <a:xfrm>
            <a:off x="12422880" y="354960"/>
            <a:ext cx="1005480" cy="9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def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fld id="{37F3E359-587B-467E-B47B-59836B36EEB5}" type="slidenum">
              <a:rPr b="0" lang="en-US" sz="3359" spc="-1" strike="noStrike">
                <a:solidFill>
                  <a:schemeClr val="dk1">
                    <a:tint val="75000"/>
                  </a:schemeClr>
                </a:solidFill>
                <a:latin typeface="Century Gothic"/>
              </a:rPr>
              <a:t>&lt;number&gt;</a:t>
            </a:fld>
            <a:endParaRPr b="0" lang="en-US" sz="3359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7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svg"/><Relationship Id="rId3" Type="http://schemas.openxmlformats.org/officeDocument/2006/relationships/image" Target="../media/image12.png"/><Relationship Id="rId4" Type="http://schemas.openxmlformats.org/officeDocument/2006/relationships/image" Target="../media/image13.svg"/><Relationship Id="rId5" Type="http://schemas.openxmlformats.org/officeDocument/2006/relationships/image" Target="../media/image14.png"/><Relationship Id="rId6" Type="http://schemas.openxmlformats.org/officeDocument/2006/relationships/image" Target="../media/image15.svg"/><Relationship Id="rId7" Type="http://schemas.openxmlformats.org/officeDocument/2006/relationships/slideLayout" Target="../slideLayouts/slideLayout15.xml"/><Relationship Id="rId8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slideLayout" Target="../slideLayouts/slideLayout16.xml"/><Relationship Id="rId7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svg"/><Relationship Id="rId3" Type="http://schemas.openxmlformats.org/officeDocument/2006/relationships/image" Target="../media/image24.png"/><Relationship Id="rId4" Type="http://schemas.openxmlformats.org/officeDocument/2006/relationships/image" Target="../media/image25.svg"/><Relationship Id="rId5" Type="http://schemas.openxmlformats.org/officeDocument/2006/relationships/image" Target="../media/image26.png"/><Relationship Id="rId6" Type="http://schemas.openxmlformats.org/officeDocument/2006/relationships/image" Target="../media/image27.svg"/><Relationship Id="rId7" Type="http://schemas.openxmlformats.org/officeDocument/2006/relationships/image" Target="../media/image28.png"/><Relationship Id="rId8" Type="http://schemas.openxmlformats.org/officeDocument/2006/relationships/image" Target="../media/image29.svg"/><Relationship Id="rId9" Type="http://schemas.openxmlformats.org/officeDocument/2006/relationships/slideLayout" Target="../slideLayouts/slideLayout17.xml"/><Relationship Id="rId10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gif"/><Relationship Id="rId7" Type="http://schemas.openxmlformats.org/officeDocument/2006/relationships/slideLayout" Target="../slideLayouts/slideLayout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289" name="Text 0"/>
          <p:cNvSpPr/>
          <p:nvPr/>
        </p:nvSpPr>
        <p:spPr>
          <a:xfrm>
            <a:off x="837720" y="2465280"/>
            <a:ext cx="7468200" cy="14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5499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Syne Bold"/>
                <a:ea typeface="Syne Bold"/>
              </a:rPr>
              <a:t>ATM </a:t>
            </a:r>
            <a:r>
              <a:rPr b="0" lang="en-US" sz="4400" spc="-1" strike="noStrike">
                <a:solidFill>
                  <a:srgbClr val="d9e1ff"/>
                </a:solidFill>
                <a:latin typeface="arial"/>
                <a:ea typeface="arial"/>
              </a:rPr>
              <a:t>Asynchronous Transfer Mode </a:t>
            </a:r>
            <a:r>
              <a:rPr b="1" lang="en-US" sz="4400" spc="-1" strike="noStrike">
                <a:solidFill>
                  <a:srgbClr val="ffffff"/>
                </a:solidFill>
                <a:latin typeface="Syne Bold"/>
                <a:ea typeface="Syne Bold"/>
              </a:rPr>
              <a:t>at the Data Link Layer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313320" y="7384320"/>
            <a:ext cx="7468200" cy="15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By : Raghav Panthi  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/>
          <p:nvPr/>
        </p:nvSpPr>
        <p:spPr>
          <a:xfrm>
            <a:off x="837720" y="2606040"/>
            <a:ext cx="7468200" cy="11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4399"/>
              </a:lnSpc>
              <a:tabLst>
                <a:tab algn="l" pos="0"/>
              </a:tabLst>
            </a:pPr>
            <a:r>
              <a:rPr b="1" lang="en-US" sz="3500" spc="-1" strike="noStrike">
                <a:solidFill>
                  <a:srgbClr val="ffffff"/>
                </a:solidFill>
                <a:latin typeface="Syne Bold"/>
                <a:ea typeface="Syne Bold"/>
              </a:rPr>
              <a:t>ATM's Core Function at Layer 2</a:t>
            </a:r>
            <a:endParaRPr b="0" lang="en-US" sz="3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1"/>
          <p:cNvSpPr/>
          <p:nvPr/>
        </p:nvSpPr>
        <p:spPr>
          <a:xfrm>
            <a:off x="620280" y="3908520"/>
            <a:ext cx="7468200" cy="20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999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ATM stands for 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Asynchronous Transfer Mode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ts val="2999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ts val="2999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It is a 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high-speed networking technology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used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ts val="2999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to transfer data, voice, and video over a network.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AutoShape 6"/>
          <p:cNvSpPr/>
          <p:nvPr/>
        </p:nvSpPr>
        <p:spPr>
          <a:xfrm>
            <a:off x="7162920" y="39625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pic>
        <p:nvPicPr>
          <p:cNvPr id="294" name="Picture 8" descr=""/>
          <p:cNvPicPr/>
          <p:nvPr/>
        </p:nvPicPr>
        <p:blipFill>
          <a:blip r:embed="rId1"/>
          <a:stretch/>
        </p:blipFill>
        <p:spPr>
          <a:xfrm>
            <a:off x="7086600" y="3429000"/>
            <a:ext cx="7542000" cy="5027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 0"/>
          <p:cNvSpPr/>
          <p:nvPr/>
        </p:nvSpPr>
        <p:spPr>
          <a:xfrm>
            <a:off x="800640" y="629280"/>
            <a:ext cx="7178400" cy="53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4201"/>
              </a:lnSpc>
              <a:tabLst>
                <a:tab algn="l" pos="0"/>
              </a:tabLst>
            </a:pPr>
            <a:r>
              <a:rPr b="1" lang="en-US" sz="3350" spc="-1" strike="noStrike">
                <a:solidFill>
                  <a:srgbClr val="ffffff"/>
                </a:solidFill>
                <a:latin typeface="Syne Bold"/>
                <a:ea typeface="Syne Bold"/>
              </a:rPr>
              <a:t>Role of Atm</a:t>
            </a:r>
            <a:endParaRPr b="0" lang="en-US" sz="3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Shape 1"/>
          <p:cNvSpPr/>
          <p:nvPr/>
        </p:nvSpPr>
        <p:spPr>
          <a:xfrm>
            <a:off x="800640" y="1968120"/>
            <a:ext cx="6399720" cy="2036520"/>
          </a:xfrm>
          <a:prstGeom prst="roundRect">
            <a:avLst>
              <a:gd name="adj" fmla="val 7183"/>
            </a:avLst>
          </a:prstGeom>
          <a:solidFill>
            <a:srgbClr val="0c0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97" name="Shape 2"/>
          <p:cNvSpPr/>
          <p:nvPr/>
        </p:nvSpPr>
        <p:spPr>
          <a:xfrm>
            <a:off x="800640" y="1937520"/>
            <a:ext cx="6399720" cy="121680"/>
          </a:xfrm>
          <a:prstGeom prst="roundRect">
            <a:avLst>
              <a:gd name="adj" fmla="val 28148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98" name="Shape 3"/>
          <p:cNvSpPr/>
          <p:nvPr/>
        </p:nvSpPr>
        <p:spPr>
          <a:xfrm>
            <a:off x="3657600" y="1625040"/>
            <a:ext cx="685800" cy="685800"/>
          </a:xfrm>
          <a:prstGeom prst="roundRect">
            <a:avLst>
              <a:gd name="adj" fmla="val 133241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299" name="Text 4"/>
          <p:cNvSpPr/>
          <p:nvPr/>
        </p:nvSpPr>
        <p:spPr>
          <a:xfrm>
            <a:off x="3863520" y="1796400"/>
            <a:ext cx="2739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345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ffffff"/>
                </a:solidFill>
                <a:latin typeface="Syne Bold"/>
                <a:ea typeface="Syne Bold"/>
              </a:rPr>
              <a:t>1</a:t>
            </a:r>
            <a:endParaRPr b="0" lang="en-US" sz="2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5"/>
          <p:cNvSpPr/>
          <p:nvPr/>
        </p:nvSpPr>
        <p:spPr>
          <a:xfrm>
            <a:off x="1059840" y="2539800"/>
            <a:ext cx="269100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599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d9e1ff"/>
                </a:solidFill>
                <a:latin typeface="Syne Bold"/>
                <a:ea typeface="Syne Bold"/>
              </a:rPr>
              <a:t>Framing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6"/>
          <p:cNvSpPr/>
          <p:nvPr/>
        </p:nvSpPr>
        <p:spPr>
          <a:xfrm>
            <a:off x="1059840" y="3013560"/>
            <a:ext cx="588132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849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d9e1ff"/>
                </a:solidFill>
                <a:latin typeface="arial"/>
                <a:ea typeface="arial"/>
              </a:rPr>
              <a:t>Organizing data into distinct frames (cells) for transmission.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Shape 7"/>
          <p:cNvSpPr/>
          <p:nvPr/>
        </p:nvSpPr>
        <p:spPr>
          <a:xfrm>
            <a:off x="7429680" y="1968120"/>
            <a:ext cx="6399720" cy="1956600"/>
          </a:xfrm>
          <a:prstGeom prst="roundRect">
            <a:avLst>
              <a:gd name="adj" fmla="val 7183"/>
            </a:avLst>
          </a:prstGeom>
          <a:solidFill>
            <a:srgbClr val="0c0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03" name="Shape 8"/>
          <p:cNvSpPr/>
          <p:nvPr/>
        </p:nvSpPr>
        <p:spPr>
          <a:xfrm>
            <a:off x="7429680" y="1937520"/>
            <a:ext cx="6399720" cy="121680"/>
          </a:xfrm>
          <a:prstGeom prst="roundRect">
            <a:avLst>
              <a:gd name="adj" fmla="val 28148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04" name="Shape 9"/>
          <p:cNvSpPr/>
          <p:nvPr/>
        </p:nvSpPr>
        <p:spPr>
          <a:xfrm>
            <a:off x="10286280" y="1625040"/>
            <a:ext cx="685800" cy="685800"/>
          </a:xfrm>
          <a:prstGeom prst="roundRect">
            <a:avLst>
              <a:gd name="adj" fmla="val 133241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05" name="Text 10"/>
          <p:cNvSpPr/>
          <p:nvPr/>
        </p:nvSpPr>
        <p:spPr>
          <a:xfrm>
            <a:off x="10492200" y="1796400"/>
            <a:ext cx="2739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345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ffffff"/>
                </a:solidFill>
                <a:latin typeface="Syne Bold"/>
                <a:ea typeface="Syne Bold"/>
              </a:rPr>
              <a:t>2</a:t>
            </a:r>
            <a:endParaRPr b="0" lang="en-US" sz="2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 11"/>
          <p:cNvSpPr/>
          <p:nvPr/>
        </p:nvSpPr>
        <p:spPr>
          <a:xfrm>
            <a:off x="7688520" y="2539800"/>
            <a:ext cx="269100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599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d9e1ff"/>
                </a:solidFill>
                <a:latin typeface="Syne Bold"/>
                <a:ea typeface="Syne Bold"/>
              </a:rPr>
              <a:t>Error Detection 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 12"/>
          <p:cNvSpPr/>
          <p:nvPr/>
        </p:nvSpPr>
        <p:spPr>
          <a:xfrm>
            <a:off x="7688520" y="3013560"/>
            <a:ext cx="588132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849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d9e1ff"/>
                </a:solidFill>
                <a:latin typeface="arial"/>
                <a:ea typeface="arial"/>
              </a:rPr>
              <a:t>transmission errors are find out 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13"/>
          <p:cNvSpPr/>
          <p:nvPr/>
        </p:nvSpPr>
        <p:spPr>
          <a:xfrm>
            <a:off x="823320" y="4417920"/>
            <a:ext cx="6399720" cy="2036520"/>
          </a:xfrm>
          <a:prstGeom prst="roundRect">
            <a:avLst>
              <a:gd name="adj" fmla="val 7183"/>
            </a:avLst>
          </a:prstGeom>
          <a:solidFill>
            <a:srgbClr val="0c0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09" name="Shape 14"/>
          <p:cNvSpPr/>
          <p:nvPr/>
        </p:nvSpPr>
        <p:spPr>
          <a:xfrm>
            <a:off x="800640" y="4546440"/>
            <a:ext cx="6399720" cy="121680"/>
          </a:xfrm>
          <a:prstGeom prst="roundRect">
            <a:avLst>
              <a:gd name="adj" fmla="val 28148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10" name="Shape 15"/>
          <p:cNvSpPr/>
          <p:nvPr/>
        </p:nvSpPr>
        <p:spPr>
          <a:xfrm>
            <a:off x="3657600" y="4233600"/>
            <a:ext cx="685800" cy="685800"/>
          </a:xfrm>
          <a:prstGeom prst="roundRect">
            <a:avLst>
              <a:gd name="adj" fmla="val 133241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11" name="Text 16"/>
          <p:cNvSpPr/>
          <p:nvPr/>
        </p:nvSpPr>
        <p:spPr>
          <a:xfrm>
            <a:off x="3863520" y="4405320"/>
            <a:ext cx="2739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345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ffffff"/>
                </a:solidFill>
                <a:latin typeface="Syne Bold"/>
                <a:ea typeface="Syne Bold"/>
              </a:rPr>
              <a:t>3</a:t>
            </a:r>
            <a:endParaRPr b="0" lang="en-US" sz="2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 17"/>
          <p:cNvSpPr/>
          <p:nvPr/>
        </p:nvSpPr>
        <p:spPr>
          <a:xfrm>
            <a:off x="1059840" y="5148720"/>
            <a:ext cx="269100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599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d9e1ff"/>
                </a:solidFill>
                <a:latin typeface="Syne Bold"/>
                <a:ea typeface="Syne Bold"/>
              </a:rPr>
              <a:t>Flow Control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18"/>
          <p:cNvSpPr/>
          <p:nvPr/>
        </p:nvSpPr>
        <p:spPr>
          <a:xfrm>
            <a:off x="1059840" y="5622480"/>
            <a:ext cx="588132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849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d9e1ff"/>
                </a:solidFill>
                <a:latin typeface="arial"/>
                <a:ea typeface="arial"/>
              </a:rPr>
              <a:t>Managing data transmission rates between devices to prevent overflow.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19"/>
          <p:cNvSpPr/>
          <p:nvPr/>
        </p:nvSpPr>
        <p:spPr>
          <a:xfrm>
            <a:off x="7429680" y="4577040"/>
            <a:ext cx="6399720" cy="2036520"/>
          </a:xfrm>
          <a:prstGeom prst="roundRect">
            <a:avLst>
              <a:gd name="adj" fmla="val 7183"/>
            </a:avLst>
          </a:prstGeom>
          <a:solidFill>
            <a:srgbClr val="0c0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15" name="Shape 20"/>
          <p:cNvSpPr/>
          <p:nvPr/>
        </p:nvSpPr>
        <p:spPr>
          <a:xfrm>
            <a:off x="7429680" y="4546440"/>
            <a:ext cx="6399720" cy="121680"/>
          </a:xfrm>
          <a:prstGeom prst="roundRect">
            <a:avLst>
              <a:gd name="adj" fmla="val 28148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16" name="Shape 21"/>
          <p:cNvSpPr/>
          <p:nvPr/>
        </p:nvSpPr>
        <p:spPr>
          <a:xfrm>
            <a:off x="10286280" y="4233600"/>
            <a:ext cx="685800" cy="685800"/>
          </a:xfrm>
          <a:prstGeom prst="roundRect">
            <a:avLst>
              <a:gd name="adj" fmla="val 133241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17" name="Text 22"/>
          <p:cNvSpPr/>
          <p:nvPr/>
        </p:nvSpPr>
        <p:spPr>
          <a:xfrm>
            <a:off x="10492200" y="4405320"/>
            <a:ext cx="2739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345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ffffff"/>
                </a:solidFill>
                <a:latin typeface="Syne Bold"/>
                <a:ea typeface="Syne Bold"/>
              </a:rPr>
              <a:t>4</a:t>
            </a:r>
            <a:endParaRPr b="0" lang="en-US" sz="2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23"/>
          <p:cNvSpPr/>
          <p:nvPr/>
        </p:nvSpPr>
        <p:spPr>
          <a:xfrm>
            <a:off x="7688520" y="5148720"/>
            <a:ext cx="2691000" cy="33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599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d9e1ff"/>
                </a:solidFill>
                <a:latin typeface="Syne Bold"/>
                <a:ea typeface="Syne Bold"/>
              </a:rPr>
              <a:t>Reliable Transfer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 24"/>
          <p:cNvSpPr/>
          <p:nvPr/>
        </p:nvSpPr>
        <p:spPr>
          <a:xfrm>
            <a:off x="7688520" y="5622480"/>
            <a:ext cx="588132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849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d9e1ff"/>
                </a:solidFill>
                <a:latin typeface="arial"/>
                <a:ea typeface="arial"/>
              </a:rPr>
              <a:t>Ensuring accurate and ordered data delivery between connected devices.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25"/>
          <p:cNvSpPr/>
          <p:nvPr/>
        </p:nvSpPr>
        <p:spPr>
          <a:xfrm>
            <a:off x="800640" y="6870960"/>
            <a:ext cx="1302876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849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d9e1ff"/>
                </a:solidFill>
                <a:latin typeface="arial"/>
                <a:ea typeface="arial"/>
              </a:rPr>
              <a:t>ATM excels in these responsibilities by systematically breaking down data into small, manageable, fixed-size units known as "cells."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ext 0"/>
          <p:cNvSpPr/>
          <p:nvPr/>
        </p:nvSpPr>
        <p:spPr>
          <a:xfrm>
            <a:off x="837720" y="1252080"/>
            <a:ext cx="699156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4399"/>
              </a:lnSpc>
              <a:tabLst>
                <a:tab algn="l" pos="0"/>
              </a:tabLst>
            </a:pPr>
            <a:r>
              <a:rPr b="1" lang="en-US" sz="3500" spc="-1" strike="noStrike">
                <a:solidFill>
                  <a:srgbClr val="ffffff"/>
                </a:solidFill>
                <a:latin typeface="Syne Bold"/>
                <a:ea typeface="Syne Bold"/>
              </a:rPr>
              <a:t>ATM Structure</a:t>
            </a:r>
            <a:endParaRPr b="0" lang="en-US" sz="3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1"/>
          <p:cNvSpPr/>
          <p:nvPr/>
        </p:nvSpPr>
        <p:spPr>
          <a:xfrm>
            <a:off x="837720" y="2174400"/>
            <a:ext cx="7468200" cy="76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999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Central to ATM is its cell-based architecture  E</a:t>
            </a: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ach ATM cell consists of 53 bytes, divided into two main parts: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2"/>
          <p:cNvSpPr/>
          <p:nvPr/>
        </p:nvSpPr>
        <p:spPr>
          <a:xfrm>
            <a:off x="837720" y="3209760"/>
            <a:ext cx="7079400" cy="1868040"/>
          </a:xfrm>
          <a:prstGeom prst="roundRect">
            <a:avLst>
              <a:gd name="adj" fmla="val 953"/>
            </a:avLst>
          </a:prstGeom>
          <a:solidFill>
            <a:srgbClr val="2b29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24" name="Shape 3"/>
          <p:cNvSpPr/>
          <p:nvPr/>
        </p:nvSpPr>
        <p:spPr>
          <a:xfrm>
            <a:off x="8306280" y="3194280"/>
            <a:ext cx="6323760" cy="1883520"/>
          </a:xfrm>
          <a:prstGeom prst="roundRect">
            <a:avLst>
              <a:gd name="adj" fmla="val 1906"/>
            </a:avLst>
          </a:prstGeom>
          <a:solidFill>
            <a:srgbClr val="2b29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25" name="Text 4"/>
          <p:cNvSpPr/>
          <p:nvPr/>
        </p:nvSpPr>
        <p:spPr>
          <a:xfrm>
            <a:off x="1077120" y="3449160"/>
            <a:ext cx="281592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Header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5"/>
          <p:cNvSpPr/>
          <p:nvPr/>
        </p:nvSpPr>
        <p:spPr>
          <a:xfrm>
            <a:off x="1077120" y="3944520"/>
            <a:ext cx="6989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5 bytes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 6"/>
          <p:cNvSpPr/>
          <p:nvPr/>
        </p:nvSpPr>
        <p:spPr>
          <a:xfrm>
            <a:off x="927720" y="4344120"/>
            <a:ext cx="6989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999"/>
              </a:lnSpc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Contains 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  <a:ea typeface="arial"/>
              </a:rPr>
              <a:t>addressing </a:t>
            </a: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and control information(error checking bit).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Shape 8"/>
          <p:cNvSpPr/>
          <p:nvPr/>
        </p:nvSpPr>
        <p:spPr>
          <a:xfrm flipV="1">
            <a:off x="837720" y="5047560"/>
            <a:ext cx="13792320" cy="45360"/>
          </a:xfrm>
          <a:prstGeom prst="roundRect">
            <a:avLst>
              <a:gd name="adj" fmla="val 117806"/>
            </a:avLst>
          </a:prstGeom>
          <a:solidFill>
            <a:srgbClr val="4442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2600" bIns="-126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29" name="Text 9"/>
          <p:cNvSpPr/>
          <p:nvPr/>
        </p:nvSpPr>
        <p:spPr>
          <a:xfrm>
            <a:off x="8823960" y="3365640"/>
            <a:ext cx="281592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Payload (Data)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10"/>
          <p:cNvSpPr/>
          <p:nvPr/>
        </p:nvSpPr>
        <p:spPr>
          <a:xfrm>
            <a:off x="8823960" y="3808080"/>
            <a:ext cx="6989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48 bytes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11"/>
          <p:cNvSpPr/>
          <p:nvPr/>
        </p:nvSpPr>
        <p:spPr>
          <a:xfrm>
            <a:off x="8812800" y="4304520"/>
            <a:ext cx="69894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Carries the actual user data.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2" name="Picture 2" descr="What is an ATM Cell &amp; What is its Structure?"/>
          <p:cNvPicPr/>
          <p:nvPr/>
        </p:nvPicPr>
        <p:blipFill>
          <a:blip r:embed="rId1"/>
          <a:stretch/>
        </p:blipFill>
        <p:spPr>
          <a:xfrm>
            <a:off x="2355840" y="5453640"/>
            <a:ext cx="10434600" cy="2040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 0"/>
          <p:cNvSpPr/>
          <p:nvPr/>
        </p:nvSpPr>
        <p:spPr>
          <a:xfrm>
            <a:off x="837720" y="2128320"/>
            <a:ext cx="605484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4399"/>
              </a:lnSpc>
              <a:tabLst>
                <a:tab algn="l" pos="0"/>
              </a:tabLst>
            </a:pPr>
            <a:r>
              <a:rPr b="1" lang="en-US" sz="3500" spc="-1" strike="noStrike">
                <a:solidFill>
                  <a:srgbClr val="ffffff"/>
                </a:solidFill>
                <a:latin typeface="Syne Bold"/>
                <a:ea typeface="Syne Bold"/>
              </a:rPr>
              <a:t>Why the Fixed Cell Size?</a:t>
            </a:r>
            <a:endParaRPr b="0" lang="en-US" sz="35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4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37720" y="3170160"/>
            <a:ext cx="717840" cy="717840"/>
          </a:xfrm>
          <a:prstGeom prst="rect">
            <a:avLst/>
          </a:prstGeom>
          <a:ln w="0">
            <a:noFill/>
          </a:ln>
        </p:spPr>
      </p:pic>
      <p:sp>
        <p:nvSpPr>
          <p:cNvPr id="335" name="Text 1"/>
          <p:cNvSpPr/>
          <p:nvPr/>
        </p:nvSpPr>
        <p:spPr>
          <a:xfrm>
            <a:off x="837720" y="4187520"/>
            <a:ext cx="281592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Faster Processing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837720" y="4683240"/>
            <a:ext cx="4118400" cy="76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Predictable cell size allows for streamlined hardware processing.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7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255640" y="3170160"/>
            <a:ext cx="717840" cy="717840"/>
          </a:xfrm>
          <a:prstGeom prst="rect">
            <a:avLst/>
          </a:prstGeom>
          <a:ln w="0">
            <a:noFill/>
          </a:ln>
        </p:spPr>
      </p:pic>
      <p:sp>
        <p:nvSpPr>
          <p:cNvPr id="338" name="Text 3"/>
          <p:cNvSpPr/>
          <p:nvPr/>
        </p:nvSpPr>
        <p:spPr>
          <a:xfrm>
            <a:off x="5255640" y="4187520"/>
            <a:ext cx="281592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Low Delay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4"/>
          <p:cNvSpPr/>
          <p:nvPr/>
        </p:nvSpPr>
        <p:spPr>
          <a:xfrm>
            <a:off x="5255640" y="4683240"/>
            <a:ext cx="4118400" cy="76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Reduces latency, making it ideal for real-time applications.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0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73920" y="3170160"/>
            <a:ext cx="717840" cy="717840"/>
          </a:xfrm>
          <a:prstGeom prst="rect">
            <a:avLst/>
          </a:prstGeom>
          <a:ln w="0">
            <a:noFill/>
          </a:ln>
        </p:spPr>
      </p:pic>
      <p:sp>
        <p:nvSpPr>
          <p:cNvPr id="341" name="Text 5"/>
          <p:cNvSpPr/>
          <p:nvPr/>
        </p:nvSpPr>
        <p:spPr>
          <a:xfrm>
            <a:off x="9673920" y="4187520"/>
            <a:ext cx="281592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Converged Traffic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9673920" y="4683240"/>
            <a:ext cx="4118400" cy="76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Optimized for integrating voice, video, and data efficiently.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 7"/>
          <p:cNvSpPr/>
          <p:nvPr/>
        </p:nvSpPr>
        <p:spPr>
          <a:xfrm>
            <a:off x="837720" y="5718240"/>
            <a:ext cx="129546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This design choice is critical for ATM's ability to handle diverse traffic types with consistent performance.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Text 0"/>
          <p:cNvSpPr/>
          <p:nvPr/>
        </p:nvSpPr>
        <p:spPr>
          <a:xfrm>
            <a:off x="837720" y="721440"/>
            <a:ext cx="840528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4399"/>
              </a:lnSpc>
            </a:pPr>
            <a:r>
              <a:rPr b="0" lang="en-US" sz="3600" spc="-1" strike="noStrike">
                <a:solidFill>
                  <a:schemeClr val="dk1"/>
                </a:solidFill>
                <a:latin typeface="Century Gothic"/>
              </a:rPr>
              <a:t>Working of ATM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5" name="Image 0" descr="preencoded.png"/>
          <p:cNvPicPr/>
          <p:nvPr/>
        </p:nvPicPr>
        <p:blipFill>
          <a:blip r:embed="rId1"/>
          <a:stretch/>
        </p:blipFill>
        <p:spPr>
          <a:xfrm>
            <a:off x="837720" y="1780200"/>
            <a:ext cx="783720" cy="940320"/>
          </a:xfrm>
          <a:prstGeom prst="rect">
            <a:avLst/>
          </a:prstGeom>
          <a:ln w="0">
            <a:noFill/>
          </a:ln>
        </p:spPr>
      </p:pic>
      <p:sp>
        <p:nvSpPr>
          <p:cNvPr id="346" name="Text 1"/>
          <p:cNvSpPr/>
          <p:nvPr/>
        </p:nvSpPr>
        <p:spPr>
          <a:xfrm>
            <a:off x="1755720" y="1971720"/>
            <a:ext cx="446004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Large data is divided into small cells (53 bytes)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7" name="Image 1" descr="preencoded.png"/>
          <p:cNvPicPr/>
          <p:nvPr/>
        </p:nvPicPr>
        <p:blipFill>
          <a:blip r:embed="rId2"/>
          <a:stretch/>
        </p:blipFill>
        <p:spPr>
          <a:xfrm>
            <a:off x="837720" y="3199680"/>
            <a:ext cx="783720" cy="940320"/>
          </a:xfrm>
          <a:prstGeom prst="rect">
            <a:avLst/>
          </a:prstGeom>
          <a:ln w="0">
            <a:noFill/>
          </a:ln>
        </p:spPr>
      </p:pic>
      <p:sp>
        <p:nvSpPr>
          <p:cNvPr id="348" name="Text 3"/>
          <p:cNvSpPr/>
          <p:nvPr/>
        </p:nvSpPr>
        <p:spPr>
          <a:xfrm>
            <a:off x="1825920" y="3417840"/>
            <a:ext cx="435528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Each cell is sent through a predefined path.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ts val="2750"/>
              </a:lnSpc>
            </a:pPr>
            <a:r>
              <a:rPr b="0" lang="en-US" sz="2000" spc="-1" strike="noStrike">
                <a:solidFill>
                  <a:schemeClr val="dk1"/>
                </a:solidFill>
                <a:highlight>
                  <a:srgbClr val="008000"/>
                </a:highlight>
                <a:latin typeface="Century Gothic"/>
              </a:rPr>
              <a:t>Virtual circuit.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9" name="Image 2" descr="preencoded.png"/>
          <p:cNvPicPr/>
          <p:nvPr/>
        </p:nvPicPr>
        <p:blipFill>
          <a:blip r:embed="rId3"/>
          <a:stretch/>
        </p:blipFill>
        <p:spPr>
          <a:xfrm>
            <a:off x="837720" y="4635720"/>
            <a:ext cx="783720" cy="940320"/>
          </a:xfrm>
          <a:prstGeom prst="rect">
            <a:avLst/>
          </a:prstGeom>
          <a:ln w="0">
            <a:noFill/>
          </a:ln>
        </p:spPr>
      </p:pic>
      <p:sp>
        <p:nvSpPr>
          <p:cNvPr id="350" name="Text 6"/>
          <p:cNvSpPr/>
          <p:nvPr/>
        </p:nvSpPr>
        <p:spPr>
          <a:xfrm>
            <a:off x="1808280" y="4914720"/>
            <a:ext cx="115185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d9e1ff"/>
                </a:solidFill>
                <a:latin typeface="arial"/>
                <a:ea typeface="arial"/>
              </a:rPr>
              <a:t>Cells traverse the network sequentially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51" name="Image 3" descr="preencoded.png"/>
          <p:cNvPicPr/>
          <p:nvPr/>
        </p:nvPicPr>
        <p:blipFill>
          <a:blip r:embed="rId4"/>
          <a:stretch/>
        </p:blipFill>
        <p:spPr>
          <a:xfrm>
            <a:off x="837720" y="6072120"/>
            <a:ext cx="783720" cy="940320"/>
          </a:xfrm>
          <a:prstGeom prst="rect">
            <a:avLst/>
          </a:prstGeom>
          <a:ln w="0">
            <a:noFill/>
          </a:ln>
        </p:spPr>
      </p:pic>
      <p:sp>
        <p:nvSpPr>
          <p:cNvPr id="352" name="Text 8"/>
          <p:cNvSpPr/>
          <p:nvPr/>
        </p:nvSpPr>
        <p:spPr>
          <a:xfrm>
            <a:off x="1755720" y="6257880"/>
            <a:ext cx="115185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d9e1ff"/>
                </a:solidFill>
                <a:latin typeface="arial"/>
                <a:ea typeface="arial"/>
              </a:rPr>
              <a:t>At the destination, cells are precisely </a:t>
            </a:r>
            <a:br>
              <a:rPr sz="2400"/>
            </a:br>
            <a:r>
              <a:rPr b="0" lang="en-US" sz="2400" spc="-1" strike="noStrike">
                <a:solidFill>
                  <a:srgbClr val="d9e1ff"/>
                </a:solidFill>
                <a:latin typeface="arial"/>
                <a:ea typeface="arial"/>
              </a:rPr>
              <a:t>reassembled into their original data streams.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53" name="Picture 15" descr=""/>
          <p:cNvPicPr/>
          <p:nvPr/>
        </p:nvPicPr>
        <p:blipFill>
          <a:blip r:embed="rId5"/>
          <a:srcRect l="0" t="0" r="0" b="38246"/>
          <a:stretch/>
        </p:blipFill>
        <p:spPr>
          <a:xfrm>
            <a:off x="7533000" y="2376000"/>
            <a:ext cx="7097040" cy="2921400"/>
          </a:xfrm>
          <a:prstGeom prst="rect">
            <a:avLst/>
          </a:prstGeom>
          <a:ln w="0">
            <a:noFill/>
          </a:ln>
        </p:spPr>
      </p:pic>
      <p:sp>
        <p:nvSpPr>
          <p:cNvPr id="354" name="Rectangle: Rounded Corners 16"/>
          <p:cNvSpPr/>
          <p:nvPr/>
        </p:nvSpPr>
        <p:spPr>
          <a:xfrm>
            <a:off x="7993080" y="3291840"/>
            <a:ext cx="1010880" cy="477720"/>
          </a:xfrm>
          <a:prstGeom prst="roundRect">
            <a:avLst>
              <a:gd name="adj" fmla="val 16667"/>
            </a:avLst>
          </a:prstGeom>
          <a:solidFill>
            <a:srgbClr val="dddddd"/>
          </a:solidFill>
          <a:ln cap="rnd">
            <a:solidFill>
              <a:srgbClr val="60606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49" strike="noStrike">
                <a:solidFill>
                  <a:schemeClr val="lt2"/>
                </a:solidFill>
                <a:latin typeface="Century Gothic"/>
              </a:rPr>
              <a:t>Photo ,video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Text 0"/>
          <p:cNvSpPr/>
          <p:nvPr/>
        </p:nvSpPr>
        <p:spPr>
          <a:xfrm>
            <a:off x="644040" y="506160"/>
            <a:ext cx="6658560" cy="43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3399"/>
              </a:lnSpc>
            </a:pPr>
            <a:r>
              <a:rPr b="1" lang="en-US" sz="2800" spc="-1" strike="noStrike">
                <a:solidFill>
                  <a:schemeClr val="dk1"/>
                </a:solidFill>
                <a:latin typeface="Century Gothic"/>
              </a:rPr>
              <a:t>ATM _ Virtual Circuits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1"/>
          <p:cNvSpPr/>
          <p:nvPr/>
        </p:nvSpPr>
        <p:spPr>
          <a:xfrm>
            <a:off x="644040" y="1398960"/>
            <a:ext cx="631584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marL="285840" indent="-285840" defTabSz="457200">
              <a:lnSpc>
                <a:spcPts val="2100"/>
              </a:lnSpc>
              <a:buClr>
                <a:srgbClr val="ffffff"/>
              </a:buClr>
              <a:buFont typeface="Wingdings" charset="2"/>
              <a:buChar char=""/>
            </a:pPr>
            <a:r>
              <a:rPr b="1" lang="en-US" sz="1600" spc="-1" strike="noStrike">
                <a:solidFill>
                  <a:schemeClr val="dk1"/>
                </a:solidFill>
                <a:latin typeface="Amasis MT Pro Black"/>
              </a:rPr>
              <a:t>ATM uses connection-oriented communication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ffffff"/>
              </a:buClr>
              <a:buFont typeface="Wingdings" charset="2"/>
              <a:buChar char="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A 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fixed path</a:t>
            </a: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 is created before data transmission starts.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ffffff"/>
              </a:buClr>
              <a:buFont typeface="Wingdings" charset="2"/>
              <a:buChar char=""/>
            </a:pP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This fixed path is called a 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Virtual Circuit</a:t>
            </a:r>
            <a:r>
              <a:rPr b="0" lang="en-US" sz="1600" spc="-1" strike="noStrike">
                <a:solidFill>
                  <a:schemeClr val="dk1"/>
                </a:solidFill>
                <a:latin typeface="Arial"/>
              </a:rPr>
              <a:t>.</a:t>
            </a:r>
            <a:r>
              <a:rPr b="1" lang="en-US" sz="1600" spc="-1" strike="noStrike">
                <a:solidFill>
                  <a:schemeClr val="dk1"/>
                </a:solidFill>
                <a:latin typeface="Amasis MT Pro Black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ts val="2100"/>
              </a:lnSpc>
            </a:pP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Rectangle: Diagonal Corners Rounded 13"/>
          <p:cNvSpPr/>
          <p:nvPr/>
        </p:nvSpPr>
        <p:spPr>
          <a:xfrm>
            <a:off x="659880" y="2743200"/>
            <a:ext cx="2652840" cy="69876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dddddd"/>
          </a:solidFill>
          <a:ln cap="rnd">
            <a:solidFill>
              <a:srgbClr val="60606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49" strike="noStrike">
                <a:solidFill>
                  <a:schemeClr val="lt2"/>
                </a:solidFill>
                <a:latin typeface="Century Gothic"/>
              </a:rPr>
              <a:t>Virtual Path (VP):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ectangle: Rounded Corners 14"/>
          <p:cNvSpPr/>
          <p:nvPr/>
        </p:nvSpPr>
        <p:spPr>
          <a:xfrm>
            <a:off x="763920" y="4937400"/>
            <a:ext cx="2549160" cy="698760"/>
          </a:xfrm>
          <a:prstGeom prst="roundRect">
            <a:avLst>
              <a:gd name="adj" fmla="val 16667"/>
            </a:avLst>
          </a:prstGeom>
          <a:solidFill>
            <a:srgbClr val="dddddd"/>
          </a:solidFill>
          <a:ln cap="rnd">
            <a:solidFill>
              <a:srgbClr val="60606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49" strike="noStrike">
                <a:solidFill>
                  <a:schemeClr val="lt2"/>
                </a:solidFill>
                <a:latin typeface="Century Gothic"/>
              </a:rPr>
              <a:t>Virtual Channel (VC):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Rectangle 7"/>
          <p:cNvSpPr/>
          <p:nvPr/>
        </p:nvSpPr>
        <p:spPr>
          <a:xfrm>
            <a:off x="659880" y="5789880"/>
            <a:ext cx="776268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anchor="ctr">
            <a:spAutoFit/>
          </a:bodyPr>
          <a:p>
            <a:pPr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The </a:t>
            </a:r>
            <a:r>
              <a:rPr b="1" lang="en-US" sz="1800" spc="-1" strike="noStrike">
                <a:solidFill>
                  <a:schemeClr val="dk1"/>
                </a:solidFill>
                <a:latin typeface="Arial"/>
              </a:rPr>
              <a:t>actual path</a:t>
            </a: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 used by ATM cells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Carries one stream of data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one channels has only one type of data either (voice, video, or text)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Acts like a car/buses etc to transfer data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ectangle 8"/>
          <p:cNvSpPr/>
          <p:nvPr/>
        </p:nvSpPr>
        <p:spPr>
          <a:xfrm>
            <a:off x="660600" y="3794760"/>
            <a:ext cx="35010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anchor="ctr">
            <a:spAutoFit/>
          </a:bodyPr>
          <a:p>
            <a:pPr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A </a:t>
            </a:r>
            <a:r>
              <a:rPr b="1" lang="en-US" sz="1800" spc="-1" strike="noStrike">
                <a:solidFill>
                  <a:schemeClr val="dk1"/>
                </a:solidFill>
                <a:latin typeface="Arial"/>
              </a:rPr>
              <a:t>group of Virtual Channels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buClr>
                <a:srgbClr val="fffff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Acts like a </a:t>
            </a:r>
            <a:r>
              <a:rPr b="1" lang="en-US" sz="1800" spc="-1" strike="noStrike">
                <a:solidFill>
                  <a:schemeClr val="dk1"/>
                </a:solidFill>
                <a:latin typeface="Arial"/>
              </a:rPr>
              <a:t>main road</a:t>
            </a: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 for frame.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61" name="Picture 11" descr="ATM logical connections."/>
          <p:cNvPicPr/>
          <p:nvPr/>
        </p:nvPicPr>
        <p:blipFill>
          <a:blip r:embed="rId1"/>
          <a:stretch/>
        </p:blipFill>
        <p:spPr>
          <a:xfrm>
            <a:off x="6827400" y="2268720"/>
            <a:ext cx="7356600" cy="2905200"/>
          </a:xfrm>
          <a:prstGeom prst="rect">
            <a:avLst/>
          </a:prstGeom>
          <a:ln w="0">
            <a:noFill/>
          </a:ln>
        </p:spPr>
      </p:pic>
      <p:sp>
        <p:nvSpPr>
          <p:cNvPr id="362" name="TextBox 22"/>
          <p:cNvSpPr/>
          <p:nvPr/>
        </p:nvSpPr>
        <p:spPr>
          <a:xfrm>
            <a:off x="1043640" y="7120800"/>
            <a:ext cx="10639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➡ </a:t>
            </a:r>
            <a:r>
              <a:rPr b="1" lang="en-US" sz="1800" spc="-1" strike="noStrike">
                <a:solidFill>
                  <a:schemeClr val="dk1"/>
                </a:solidFill>
                <a:latin typeface="Century Gothic"/>
              </a:rPr>
              <a:t>Once VP and VC are established</a:t>
            </a: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, </a:t>
            </a:r>
            <a:r>
              <a:rPr b="1" lang="en-US" sz="1800" spc="-1" strike="noStrike">
                <a:solidFill>
                  <a:schemeClr val="dk1"/>
                </a:solidFill>
                <a:latin typeface="Century Gothic"/>
              </a:rPr>
              <a:t>data flows continuously, quickly, and in order</a:t>
            </a: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Text 0"/>
          <p:cNvSpPr/>
          <p:nvPr/>
        </p:nvSpPr>
        <p:spPr>
          <a:xfrm>
            <a:off x="837720" y="776520"/>
            <a:ext cx="970416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4399"/>
              </a:lnSpc>
              <a:tabLst>
                <a:tab algn="l" pos="0"/>
              </a:tabLst>
            </a:pPr>
            <a:r>
              <a:rPr b="1" lang="en-US" sz="3500" spc="-1" strike="noStrike">
                <a:solidFill>
                  <a:srgbClr val="ffffff"/>
                </a:solidFill>
                <a:latin typeface="Syne Bold"/>
                <a:ea typeface="Syne Bold"/>
              </a:rPr>
              <a:t>Key Features of ATM at Data Link Layer</a:t>
            </a:r>
            <a:endParaRPr b="0" lang="en-US" sz="3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Shape 1"/>
          <p:cNvSpPr/>
          <p:nvPr/>
        </p:nvSpPr>
        <p:spPr>
          <a:xfrm>
            <a:off x="837720" y="1818720"/>
            <a:ext cx="6357600" cy="2697120"/>
          </a:xfrm>
          <a:prstGeom prst="roundRect">
            <a:avLst>
              <a:gd name="adj" fmla="val 1331"/>
            </a:avLst>
          </a:prstGeom>
          <a:solidFill>
            <a:srgbClr val="2b29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65" name="Shape 2"/>
          <p:cNvSpPr/>
          <p:nvPr/>
        </p:nvSpPr>
        <p:spPr>
          <a:xfrm>
            <a:off x="1077120" y="2057760"/>
            <a:ext cx="717840" cy="717840"/>
          </a:xfrm>
          <a:prstGeom prst="roundRect">
            <a:avLst>
              <a:gd name="adj" fmla="val 12732932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pic>
        <p:nvPicPr>
          <p:cNvPr id="366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274400" y="2255400"/>
            <a:ext cx="322920" cy="322920"/>
          </a:xfrm>
          <a:prstGeom prst="rect">
            <a:avLst/>
          </a:prstGeom>
          <a:ln w="0">
            <a:noFill/>
          </a:ln>
        </p:spPr>
      </p:pic>
      <p:sp>
        <p:nvSpPr>
          <p:cNvPr id="367" name="Text 3"/>
          <p:cNvSpPr/>
          <p:nvPr/>
        </p:nvSpPr>
        <p:spPr>
          <a:xfrm>
            <a:off x="1077120" y="3015360"/>
            <a:ext cx="281592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Fixed Cell Size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1077120" y="3510720"/>
            <a:ext cx="5878800" cy="76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Standardized 53-byte cells ensure consistent performance.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Shape 5"/>
          <p:cNvSpPr/>
          <p:nvPr/>
        </p:nvSpPr>
        <p:spPr>
          <a:xfrm>
            <a:off x="7434720" y="1818720"/>
            <a:ext cx="6357600" cy="2697120"/>
          </a:xfrm>
          <a:prstGeom prst="roundRect">
            <a:avLst>
              <a:gd name="adj" fmla="val 1331"/>
            </a:avLst>
          </a:prstGeom>
          <a:solidFill>
            <a:srgbClr val="2b29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70" name="Shape 6"/>
          <p:cNvSpPr/>
          <p:nvPr/>
        </p:nvSpPr>
        <p:spPr>
          <a:xfrm>
            <a:off x="7674120" y="2057760"/>
            <a:ext cx="717840" cy="717840"/>
          </a:xfrm>
          <a:prstGeom prst="roundRect">
            <a:avLst>
              <a:gd name="adj" fmla="val 12732932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pic>
        <p:nvPicPr>
          <p:cNvPr id="371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871400" y="2255400"/>
            <a:ext cx="322920" cy="322920"/>
          </a:xfrm>
          <a:prstGeom prst="rect">
            <a:avLst/>
          </a:prstGeom>
          <a:ln w="0">
            <a:noFill/>
          </a:ln>
        </p:spPr>
      </p:pic>
      <p:sp>
        <p:nvSpPr>
          <p:cNvPr id="372" name="Text 7"/>
          <p:cNvSpPr/>
          <p:nvPr/>
        </p:nvSpPr>
        <p:spPr>
          <a:xfrm>
            <a:off x="7674120" y="3015360"/>
            <a:ext cx="330588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Connection-Oriented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Text 8"/>
          <p:cNvSpPr/>
          <p:nvPr/>
        </p:nvSpPr>
        <p:spPr>
          <a:xfrm>
            <a:off x="7674120" y="3510720"/>
            <a:ext cx="5878800" cy="76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Establishes a virtual circuit before data transmission begins.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Shape 9"/>
          <p:cNvSpPr/>
          <p:nvPr/>
        </p:nvSpPr>
        <p:spPr>
          <a:xfrm>
            <a:off x="837720" y="4755600"/>
            <a:ext cx="6357600" cy="2697120"/>
          </a:xfrm>
          <a:prstGeom prst="roundRect">
            <a:avLst>
              <a:gd name="adj" fmla="val 1331"/>
            </a:avLst>
          </a:prstGeom>
          <a:solidFill>
            <a:srgbClr val="2b29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75" name="Shape 10"/>
          <p:cNvSpPr/>
          <p:nvPr/>
        </p:nvSpPr>
        <p:spPr>
          <a:xfrm>
            <a:off x="1077120" y="4994640"/>
            <a:ext cx="717840" cy="717840"/>
          </a:xfrm>
          <a:prstGeom prst="roundRect">
            <a:avLst>
              <a:gd name="adj" fmla="val 12732932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pic>
        <p:nvPicPr>
          <p:cNvPr id="376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274400" y="5192280"/>
            <a:ext cx="322920" cy="322920"/>
          </a:xfrm>
          <a:prstGeom prst="rect">
            <a:avLst/>
          </a:prstGeom>
          <a:ln w="0">
            <a:noFill/>
          </a:ln>
        </p:spPr>
      </p:pic>
      <p:sp>
        <p:nvSpPr>
          <p:cNvPr id="377" name="Text 11"/>
          <p:cNvSpPr/>
          <p:nvPr/>
        </p:nvSpPr>
        <p:spPr>
          <a:xfrm>
            <a:off x="1077120" y="5952240"/>
            <a:ext cx="281592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High Speed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 12"/>
          <p:cNvSpPr/>
          <p:nvPr/>
        </p:nvSpPr>
        <p:spPr>
          <a:xfrm>
            <a:off x="1077120" y="6447600"/>
            <a:ext cx="587880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Designed for high-bandwidth broadband networks.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Shape 13"/>
          <p:cNvSpPr/>
          <p:nvPr/>
        </p:nvSpPr>
        <p:spPr>
          <a:xfrm>
            <a:off x="7434720" y="4755600"/>
            <a:ext cx="6357600" cy="2697120"/>
          </a:xfrm>
          <a:prstGeom prst="roundRect">
            <a:avLst>
              <a:gd name="adj" fmla="val 1331"/>
            </a:avLst>
          </a:prstGeom>
          <a:solidFill>
            <a:srgbClr val="2b295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sp>
        <p:nvSpPr>
          <p:cNvPr id="380" name="Shape 14"/>
          <p:cNvSpPr/>
          <p:nvPr/>
        </p:nvSpPr>
        <p:spPr>
          <a:xfrm>
            <a:off x="7674120" y="4994640"/>
            <a:ext cx="717840" cy="717840"/>
          </a:xfrm>
          <a:prstGeom prst="roundRect">
            <a:avLst>
              <a:gd name="adj" fmla="val 12732932"/>
            </a:avLst>
          </a:prstGeom>
          <a:solidFill>
            <a:srgbClr val="8061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entury Gothic"/>
            </a:endParaRPr>
          </a:p>
        </p:txBody>
      </p:sp>
      <p:pic>
        <p:nvPicPr>
          <p:cNvPr id="381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871400" y="5192280"/>
            <a:ext cx="322920" cy="322920"/>
          </a:xfrm>
          <a:prstGeom prst="rect">
            <a:avLst/>
          </a:prstGeom>
          <a:ln w="0">
            <a:noFill/>
          </a:ln>
        </p:spPr>
      </p:pic>
      <p:sp>
        <p:nvSpPr>
          <p:cNvPr id="382" name="Text 15"/>
          <p:cNvSpPr/>
          <p:nvPr/>
        </p:nvSpPr>
        <p:spPr>
          <a:xfrm>
            <a:off x="7674120" y="5952240"/>
            <a:ext cx="2815920" cy="35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ts val="2750"/>
              </a:lnSpc>
            </a:pP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Supports QoS ( </a:t>
            </a:r>
            <a:r>
              <a:rPr b="0" lang="en-US" sz="2400" spc="-1" strike="noStrike">
                <a:solidFill>
                  <a:schemeClr val="dk1"/>
                </a:solidFill>
                <a:latin typeface="Century Gothic"/>
                <a:ea typeface="Syne Bold"/>
              </a:rPr>
              <a:t>Quality of Service</a:t>
            </a:r>
            <a:r>
              <a:rPr b="1" lang="en-US" sz="2200" spc="-1" strike="noStrike">
                <a:solidFill>
                  <a:srgbClr val="d9e1ff"/>
                </a:solidFill>
                <a:latin typeface="Syne Bold"/>
                <a:ea typeface="Syne Bold"/>
              </a:rPr>
              <a:t>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16"/>
          <p:cNvSpPr/>
          <p:nvPr/>
        </p:nvSpPr>
        <p:spPr>
          <a:xfrm>
            <a:off x="7674120" y="6447600"/>
            <a:ext cx="5878800" cy="76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2999"/>
              </a:lnSpc>
              <a:tabLst>
                <a:tab algn="l" pos="0"/>
              </a:tabLst>
            </a:pPr>
            <a:r>
              <a:rPr b="0" lang="en-US" sz="1850" spc="-1" strike="noStrike">
                <a:solidFill>
                  <a:srgbClr val="d9e1ff"/>
                </a:solidFill>
                <a:latin typeface="arial"/>
                <a:ea typeface="arial"/>
              </a:rPr>
              <a:t>Allows for differentiated service and prioritization of various traffic types.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 0"/>
          <p:cNvSpPr/>
          <p:nvPr/>
        </p:nvSpPr>
        <p:spPr>
          <a:xfrm>
            <a:off x="644040" y="506160"/>
            <a:ext cx="6658560" cy="43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chemeClr val="dk1"/>
                </a:solidFill>
                <a:latin typeface="Century Gothic"/>
              </a:rPr>
              <a:t>9. Applications of ATM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1"/>
          <p:cNvSpPr/>
          <p:nvPr/>
        </p:nvSpPr>
        <p:spPr>
          <a:xfrm>
            <a:off x="644040" y="1398960"/>
            <a:ext cx="216468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/>
                </a:solidFill>
                <a:latin typeface="Century Gothic"/>
              </a:rPr>
              <a:t>ATM was used in</a:t>
            </a:r>
            <a:r>
              <a:rPr b="0" lang="en-US" sz="1800" spc="-1" strike="noStrike">
                <a:solidFill>
                  <a:schemeClr val="dk1"/>
                </a:solidFill>
                <a:latin typeface="Century Gothic"/>
              </a:rPr>
              <a:t>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 2"/>
          <p:cNvSpPr/>
          <p:nvPr/>
        </p:nvSpPr>
        <p:spPr>
          <a:xfrm>
            <a:off x="192240" y="1862640"/>
            <a:ext cx="7854120" cy="49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Wingdings" charset="2"/>
              <a:buChar char=""/>
            </a:pP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1. Telephone Networks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       📞 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Used for: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Voice calls 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                           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audio data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Wingdings" charset="2"/>
              <a:buChar char=""/>
            </a:pP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2. Broadband Services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       🌐 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Used for: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Internet access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                     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Text data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,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Image data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Wingdings" charset="2"/>
              <a:buChar char=""/>
            </a:pP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 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Video Conferencing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    🎥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 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Used for: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Online meetings and video calls</a:t>
            </a:r>
            <a:br>
              <a:rPr sz="2000"/>
            </a:b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ffffff"/>
              </a:buClr>
              <a:buFont typeface="Wingdings" charset="2"/>
              <a:buChar char=""/>
            </a:pP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4. Early Internet Backbone Networks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      🌍 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Used for: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Main internet connections between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                           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countries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                      </a:t>
            </a:r>
            <a:r>
              <a:rPr b="1" lang="en-US" sz="2000" spc="-1" strike="noStrike">
                <a:solidFill>
                  <a:schemeClr val="dk1"/>
                </a:solidFill>
                <a:latin typeface="Century Gothic"/>
              </a:rPr>
              <a:t>Multimedia</a:t>
            </a:r>
            <a:r>
              <a:rPr b="0" lang="en-US" sz="2000" spc="-1" strike="noStrike">
                <a:solidFill>
                  <a:schemeClr val="dk1"/>
                </a:solidFill>
                <a:latin typeface="Century Gothic"/>
              </a:rPr>
              <a:t> (text, audio, video, images).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87" name="Image 0" descr="preencoded.png"/>
          <p:cNvPicPr/>
          <p:nvPr/>
        </p:nvPicPr>
        <p:blipFill>
          <a:blip r:embed="rId1"/>
          <a:stretch/>
        </p:blipFill>
        <p:spPr>
          <a:xfrm>
            <a:off x="7547400" y="1422000"/>
            <a:ext cx="6446520" cy="6446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Picture 5126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rcRect l="3610" t="0" r="0" b="0"/>
          <a:stretch/>
        </p:blipFill>
        <p:spPr>
          <a:xfrm>
            <a:off x="0" y="3203640"/>
            <a:ext cx="4844160" cy="5025600"/>
          </a:xfrm>
          <a:prstGeom prst="rect">
            <a:avLst/>
          </a:prstGeom>
          <a:ln w="0">
            <a:noFill/>
          </a:ln>
        </p:spPr>
      </p:pic>
      <p:pic>
        <p:nvPicPr>
          <p:cNvPr id="389" name="Picture 5128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rcRect l="35647" t="0" r="0" b="0"/>
          <a:stretch/>
        </p:blipFill>
        <p:spPr>
          <a:xfrm>
            <a:off x="0" y="3470760"/>
            <a:ext cx="1826640" cy="2838240"/>
          </a:xfrm>
          <a:prstGeom prst="rect">
            <a:avLst/>
          </a:prstGeom>
          <a:ln w="0">
            <a:noFill/>
          </a:ln>
        </p:spPr>
      </p:pic>
      <p:sp>
        <p:nvSpPr>
          <p:cNvPr id="390" name="Oval 51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330920" y="2011680"/>
            <a:ext cx="3382920" cy="3382920"/>
          </a:xfrm>
          <a:prstGeom prst="ellipse">
            <a:avLst/>
          </a:prstGeom>
          <a:gradFill rotWithShape="0">
            <a:gsLst>
              <a:gs pos="0">
                <a:srgbClr val="666666">
                  <a:alpha val="7000"/>
                </a:srgbClr>
              </a:gs>
              <a:gs pos="36000">
                <a:srgbClr val="666666">
                  <a:alpha val="6000"/>
                </a:srgbClr>
              </a:gs>
              <a:gs pos="69000">
                <a:srgbClr val="66666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pic>
        <p:nvPicPr>
          <p:cNvPr id="391" name="Picture 513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/>
          <a:srcRect l="0" t="28812" r="0" b="0"/>
          <a:stretch/>
        </p:blipFill>
        <p:spPr>
          <a:xfrm>
            <a:off x="9599400" y="0"/>
            <a:ext cx="1923840" cy="1369440"/>
          </a:xfrm>
          <a:prstGeom prst="rect">
            <a:avLst/>
          </a:prstGeom>
          <a:ln w="0">
            <a:noFill/>
          </a:ln>
        </p:spPr>
      </p:pic>
      <p:pic>
        <p:nvPicPr>
          <p:cNvPr id="392" name="Picture 513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5"/>
          <a:srcRect l="0" t="0" r="0" b="23333"/>
          <a:stretch/>
        </p:blipFill>
        <p:spPr>
          <a:xfrm>
            <a:off x="10326960" y="7315200"/>
            <a:ext cx="1191960" cy="914040"/>
          </a:xfrm>
          <a:prstGeom prst="rect">
            <a:avLst/>
          </a:prstGeom>
          <a:ln w="0">
            <a:noFill/>
          </a:ln>
        </p:spPr>
      </p:pic>
      <p:sp>
        <p:nvSpPr>
          <p:cNvPr id="393" name="Rectangle 51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525480" y="0"/>
            <a:ext cx="822600" cy="1371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 useBgFill="1">
        <p:nvSpPr>
          <p:cNvPr id="394" name="Rectangle 51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  <p:sp>
        <p:nvSpPr>
          <p:cNvPr id="395" name="Picture 2"/>
          <p:cNvSpPr txBox="1"/>
          <p:nvPr/>
        </p:nvSpPr>
        <p:spPr>
          <a:xfrm>
            <a:off x="2664720" y="772200"/>
            <a:ext cx="9300960" cy="6684840"/>
          </a:xfrm>
          <a:prstGeom prst="rect">
            <a:avLst/>
          </a:prstGeom>
          <a:blipFill rotWithShape="0">
            <a:blip r:embed="rId6"/>
            <a:stretch/>
          </a:blipFill>
          <a:ln w="0">
            <a:noFill/>
          </a:ln>
        </p:spPr>
        <p:txBody>
          <a:bodyPr lIns="90000" rIns="90000" tIns="45000" bIns="45000" anchor="t" anchorCtr="1">
            <a:noAutofit/>
          </a:bodyPr>
          <a:p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Oval 1"/>
          <p:cNvSpPr/>
          <p:nvPr/>
        </p:nvSpPr>
        <p:spPr>
          <a:xfrm>
            <a:off x="10689120" y="772200"/>
            <a:ext cx="1292040" cy="1239120"/>
          </a:xfrm>
          <a:prstGeom prst="ellipse">
            <a:avLst/>
          </a:prstGeom>
          <a:solidFill>
            <a:srgbClr val="000000"/>
          </a:solidFill>
          <a:ln cap="rnd"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4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5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6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7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8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9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0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4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5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6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7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8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19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0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4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5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Ion">
  <a:themeElements>
    <a:clrScheme name="Grayscale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I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lumMod val="11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9050" cap="rnd" cmpd="sng" algn="ctr">
          <a:prstDash val="solid"/>
        </a:ln>
        <a:ln w="2857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2000"/>
                <a:lumMod val="114000"/>
              </a:schemeClr>
            </a:gs>
            <a:gs pos="100000">
              <a:schemeClr val="phClr">
                <a:shade val="62000"/>
                <a:lumMod val="56000"/>
              </a:schemeClr>
            </a:gs>
          </a:gsLst>
          <a:path path="circle">
            <a:fillToRect l="45000" t="65000" r="125000" b="100000"/>
          </a:path>
          <a:tileRect l="0" t="0" r="0" b="0"/>
        </a:gradFill>
        <a:blipFill rotWithShape="1">
          <a:blip r:embed="rId1"/>
          <a:srcRect l="0" t="0" r="0" b="0"/>
          <a:stretch>
            <a:fillRect l="0" t="0" r="0" b="0"/>
          </a:stretch>
        </a:blip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237</TotalTime>
  <Application>LibreOffice/24.2.7.2$Linux_X86_64 LibreOffice_project/420$Build-2</Application>
  <AppVersion>15.0000</AppVersion>
  <Words>526</Words>
  <Paragraphs>91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2026-01-09T04:17:24Z</dcterms:created>
  <dc:creator>raghav panthi</dc:creator>
  <dc:description/>
  <dc:language>en-US</dc:language>
  <cp:lastModifiedBy/>
  <dcterms:modified xsi:type="dcterms:W3CDTF">2026-03-31T17:24:58Z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Custom</vt:lpwstr>
  </property>
  <property fmtid="{D5CDD505-2E9C-101B-9397-08002B2CF9AE}" pid="4" name="Slides">
    <vt:i4>10</vt:i4>
  </property>
</Properties>
</file>